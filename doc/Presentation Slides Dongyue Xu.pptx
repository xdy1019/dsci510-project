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5" r:id="rId5"/>
    <p:sldMasterId id="2147483726" r:id="rId6"/>
    <p:sldMasterId id="214748372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y="5143500" cx="9144000"/>
  <p:notesSz cx="6858000" cy="9144000"/>
  <p:embeddedFontLst>
    <p:embeddedFont>
      <p:font typeface="Caveat"/>
      <p:regular r:id="rId22"/>
      <p:bold r:id="rId23"/>
    </p:embeddedFont>
    <p:embeddedFont>
      <p:font typeface="Roboto"/>
      <p:regular r:id="rId24"/>
      <p:bold r:id="rId25"/>
      <p:italic r:id="rId26"/>
      <p:boldItalic r:id="rId27"/>
    </p:embeddedFont>
    <p:embeddedFont>
      <p:font typeface="Young Serif"/>
      <p:regular r:id="rId28"/>
    </p:embeddedFont>
    <p:embeddedFont>
      <p:font typeface="IBM Plex Mono Light"/>
      <p:regular r:id="rId29"/>
      <p:bold r:id="rId30"/>
      <p:italic r:id="rId31"/>
      <p:boldItalic r:id="rId32"/>
    </p:embeddedFont>
    <p:embeddedFont>
      <p:font typeface="IBM Plex Mono ExtraLight"/>
      <p:regular r:id="rId33"/>
      <p:bold r:id="rId34"/>
      <p:italic r:id="rId35"/>
      <p:boldItalic r:id="rId36"/>
    </p:embeddedFont>
    <p:embeddedFont>
      <p:font typeface="Rubik"/>
      <p:regular r:id="rId37"/>
      <p:bold r:id="rId38"/>
      <p:italic r:id="rId39"/>
      <p:boldItalic r:id="rId40"/>
    </p:embeddedFont>
    <p:embeddedFont>
      <p:font typeface="Rubik SemiBold"/>
      <p:regular r:id="rId41"/>
      <p:bold r:id="rId42"/>
      <p:italic r:id="rId43"/>
      <p:boldItalic r:id="rId44"/>
    </p:embeddedFont>
    <p:embeddedFont>
      <p:font typeface="IBM Plex Mon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9CCF5A-DC2E-4174-BA59-F34CBCB65280}">
  <a:tblStyle styleId="{D39CCF5A-DC2E-4174-BA59-F34CBCB6528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ubik-boldItalic.fntdata"/><Relationship Id="rId20" Type="http://schemas.openxmlformats.org/officeDocument/2006/relationships/slide" Target="slides/slide12.xml"/><Relationship Id="rId42" Type="http://schemas.openxmlformats.org/officeDocument/2006/relationships/font" Target="fonts/RubikSemiBold-bold.fntdata"/><Relationship Id="rId41" Type="http://schemas.openxmlformats.org/officeDocument/2006/relationships/font" Target="fonts/RubikSemiBold-regular.fntdata"/><Relationship Id="rId22" Type="http://schemas.openxmlformats.org/officeDocument/2006/relationships/font" Target="fonts/Caveat-regular.fntdata"/><Relationship Id="rId44" Type="http://schemas.openxmlformats.org/officeDocument/2006/relationships/font" Target="fonts/RubikSemiBold-boldItalic.fntdata"/><Relationship Id="rId21" Type="http://schemas.openxmlformats.org/officeDocument/2006/relationships/slide" Target="slides/slide13.xml"/><Relationship Id="rId43" Type="http://schemas.openxmlformats.org/officeDocument/2006/relationships/font" Target="fonts/RubikSemiBold-italic.fntdata"/><Relationship Id="rId24" Type="http://schemas.openxmlformats.org/officeDocument/2006/relationships/font" Target="fonts/Roboto-regular.fntdata"/><Relationship Id="rId46" Type="http://schemas.openxmlformats.org/officeDocument/2006/relationships/font" Target="fonts/IBMPlexMono-bold.fntdata"/><Relationship Id="rId23" Type="http://schemas.openxmlformats.org/officeDocument/2006/relationships/font" Target="fonts/Caveat-bold.fntdata"/><Relationship Id="rId45" Type="http://schemas.openxmlformats.org/officeDocument/2006/relationships/font" Target="fonts/IBMPlexMono-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Roboto-italic.fntdata"/><Relationship Id="rId48" Type="http://schemas.openxmlformats.org/officeDocument/2006/relationships/font" Target="fonts/IBMPlexMono-boldItalic.fntdata"/><Relationship Id="rId25" Type="http://schemas.openxmlformats.org/officeDocument/2006/relationships/font" Target="fonts/Roboto-bold.fntdata"/><Relationship Id="rId47" Type="http://schemas.openxmlformats.org/officeDocument/2006/relationships/font" Target="fonts/IBMPlexMono-italic.fntdata"/><Relationship Id="rId28" Type="http://schemas.openxmlformats.org/officeDocument/2006/relationships/font" Target="fonts/YoungSerif-regular.fntdata"/><Relationship Id="rId27"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IBMPlexMonoLight-regular.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IBMPlexMonoLight-italic.fntdata"/><Relationship Id="rId30" Type="http://schemas.openxmlformats.org/officeDocument/2006/relationships/font" Target="fonts/IBMPlexMonoLight-bold.fntdata"/><Relationship Id="rId11" Type="http://schemas.openxmlformats.org/officeDocument/2006/relationships/slide" Target="slides/slide3.xml"/><Relationship Id="rId33" Type="http://schemas.openxmlformats.org/officeDocument/2006/relationships/font" Target="fonts/IBMPlexMonoExtraLight-regular.fntdata"/><Relationship Id="rId10" Type="http://schemas.openxmlformats.org/officeDocument/2006/relationships/slide" Target="slides/slide2.xml"/><Relationship Id="rId32" Type="http://schemas.openxmlformats.org/officeDocument/2006/relationships/font" Target="fonts/IBMPlexMonoLight-boldItalic.fntdata"/><Relationship Id="rId13" Type="http://schemas.openxmlformats.org/officeDocument/2006/relationships/slide" Target="slides/slide5.xml"/><Relationship Id="rId35" Type="http://schemas.openxmlformats.org/officeDocument/2006/relationships/font" Target="fonts/IBMPlexMonoExtraLight-italic.fntdata"/><Relationship Id="rId12" Type="http://schemas.openxmlformats.org/officeDocument/2006/relationships/slide" Target="slides/slide4.xml"/><Relationship Id="rId34" Type="http://schemas.openxmlformats.org/officeDocument/2006/relationships/font" Target="fonts/IBMPlexMonoExtraLight-bold.fntdata"/><Relationship Id="rId15" Type="http://schemas.openxmlformats.org/officeDocument/2006/relationships/slide" Target="slides/slide7.xml"/><Relationship Id="rId37" Type="http://schemas.openxmlformats.org/officeDocument/2006/relationships/font" Target="fonts/Rubik-regular.fntdata"/><Relationship Id="rId14" Type="http://schemas.openxmlformats.org/officeDocument/2006/relationships/slide" Target="slides/slide6.xml"/><Relationship Id="rId36" Type="http://schemas.openxmlformats.org/officeDocument/2006/relationships/font" Target="fonts/IBMPlexMonoExtraLight-boldItalic.fntdata"/><Relationship Id="rId17" Type="http://schemas.openxmlformats.org/officeDocument/2006/relationships/slide" Target="slides/slide9.xml"/><Relationship Id="rId39" Type="http://schemas.openxmlformats.org/officeDocument/2006/relationships/font" Target="fonts/Rubik-italic.fntdata"/><Relationship Id="rId16" Type="http://schemas.openxmlformats.org/officeDocument/2006/relationships/slide" Target="slides/slide8.xml"/><Relationship Id="rId38" Type="http://schemas.openxmlformats.org/officeDocument/2006/relationships/font" Target="fonts/Rubik-bold.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a9d504887b_0_2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3a9d504887b_0_2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a9d504887b_0_2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a9d504887b_0_2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a9d50488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3a9d50488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a9d504887b_0_1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a9d504887b_0_1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a9d504887b_0_1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3a9d504887b_0_1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a9d504887b_0_1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3a9d504887b_0_1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a9d504887b_0_1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3a9d504887b_0_1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a9d504887b_0_1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a9d504887b_0_1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a9d504887b_0_1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a9d504887b_0_1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a9d504887b_0_1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3a9d504887b_0_1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a9d504887b_0_1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3a9d504887b_0_1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a9d504887b_0_1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3a9d504887b_0_1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a9d504887b_0_3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3a9d504887b_0_3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2">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HEADER_1">
    <p:bg>
      <p:bgPr>
        <a:solidFill>
          <a:schemeClr val="lt1"/>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250503" y="801575"/>
            <a:ext cx="8643300" cy="1314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p:txBody>
      </p:sp>
      <p:sp>
        <p:nvSpPr>
          <p:cNvPr id="57" name="Google Shape;57;p15"/>
          <p:cNvSpPr txBox="1"/>
          <p:nvPr>
            <p:ph idx="1" type="subTitle"/>
          </p:nvPr>
        </p:nvSpPr>
        <p:spPr>
          <a:xfrm>
            <a:off x="1377400" y="2116150"/>
            <a:ext cx="6389400" cy="1551900"/>
          </a:xfrm>
          <a:prstGeom prst="rect">
            <a:avLst/>
          </a:prstGeom>
        </p:spPr>
        <p:txBody>
          <a:bodyPr anchorCtr="0" anchor="t" bIns="91425" lIns="91425" spcFirstLastPara="1" rIns="91425" wrap="square" tIns="91425">
            <a:noAutofit/>
          </a:bodyPr>
          <a:lstStyle>
            <a:lvl1pPr lvl="0" algn="ctr">
              <a:spcBef>
                <a:spcPts val="0"/>
              </a:spcBef>
              <a:spcAft>
                <a:spcPts val="0"/>
              </a:spcAft>
              <a:buSzPts val="7200"/>
              <a:buNone/>
              <a:defRPr sz="7200"/>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_13">
    <p:spTree>
      <p:nvGrpSpPr>
        <p:cNvPr id="58" name="Shape 58"/>
        <p:cNvGrpSpPr/>
        <p:nvPr/>
      </p:nvGrpSpPr>
      <p:grpSpPr>
        <a:xfrm>
          <a:off x="0" y="0"/>
          <a:ext cx="0" cy="0"/>
          <a:chOff x="0" y="0"/>
          <a:chExt cx="0" cy="0"/>
        </a:xfrm>
      </p:grpSpPr>
      <p:sp>
        <p:nvSpPr>
          <p:cNvPr id="59" name="Google Shape;59;p16"/>
          <p:cNvSpPr/>
          <p:nvPr/>
        </p:nvSpPr>
        <p:spPr>
          <a:xfrm>
            <a:off x="4728675" y="544175"/>
            <a:ext cx="3732900" cy="4052700"/>
          </a:xfrm>
          <a:prstGeom prst="roundRect">
            <a:avLst>
              <a:gd fmla="val 262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 name="Google Shape;60;p16"/>
          <p:cNvSpPr txBox="1"/>
          <p:nvPr>
            <p:ph type="title"/>
          </p:nvPr>
        </p:nvSpPr>
        <p:spPr>
          <a:xfrm>
            <a:off x="243925" y="3881325"/>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61" name="Google Shape;61;p16"/>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16"/>
          <p:cNvSpPr txBox="1"/>
          <p:nvPr>
            <p:ph idx="1" type="body"/>
          </p:nvPr>
        </p:nvSpPr>
        <p:spPr>
          <a:xfrm>
            <a:off x="5352125" y="1034150"/>
            <a:ext cx="2500200" cy="3066000"/>
          </a:xfrm>
          <a:prstGeom prst="rect">
            <a:avLst/>
          </a:prstGeom>
          <a:noFill/>
          <a:ln>
            <a:noFill/>
          </a:ln>
        </p:spPr>
        <p:txBody>
          <a:bodyPr anchorCtr="0" anchor="b" bIns="0" lIns="0" spcFirstLastPara="1" rIns="0" wrap="square" tIns="0">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63" name="Google Shape;63;p16"/>
          <p:cNvSpPr txBox="1"/>
          <p:nvPr>
            <p:ph idx="2" type="body"/>
          </p:nvPr>
        </p:nvSpPr>
        <p:spPr>
          <a:xfrm>
            <a:off x="49550" y="4794775"/>
            <a:ext cx="2032800" cy="2625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4">
    <p:spTree>
      <p:nvGrpSpPr>
        <p:cNvPr id="64" name="Shape 64"/>
        <p:cNvGrpSpPr/>
        <p:nvPr/>
      </p:nvGrpSpPr>
      <p:grpSpPr>
        <a:xfrm>
          <a:off x="0" y="0"/>
          <a:ext cx="0" cy="0"/>
          <a:chOff x="0" y="0"/>
          <a:chExt cx="0" cy="0"/>
        </a:xfrm>
      </p:grpSpPr>
      <p:cxnSp>
        <p:nvCxnSpPr>
          <p:cNvPr id="65" name="Google Shape;65;p17"/>
          <p:cNvCxnSpPr/>
          <p:nvPr/>
        </p:nvCxnSpPr>
        <p:spPr>
          <a:xfrm rot="10800000">
            <a:off x="-3050" y="1902325"/>
            <a:ext cx="9150000" cy="0"/>
          </a:xfrm>
          <a:prstGeom prst="straightConnector1">
            <a:avLst/>
          </a:prstGeom>
          <a:noFill/>
          <a:ln cap="flat" cmpd="sng" w="19050">
            <a:solidFill>
              <a:schemeClr val="accent2"/>
            </a:solidFill>
            <a:prstDash val="solid"/>
            <a:round/>
            <a:headEnd len="med" w="med" type="none"/>
            <a:tailEnd len="med" w="med" type="none"/>
          </a:ln>
        </p:spPr>
      </p:cxnSp>
      <p:sp>
        <p:nvSpPr>
          <p:cNvPr id="66" name="Google Shape;66;p17"/>
          <p:cNvSpPr/>
          <p:nvPr/>
        </p:nvSpPr>
        <p:spPr>
          <a:xfrm flipH="1">
            <a:off x="801715" y="1482825"/>
            <a:ext cx="3009600" cy="418500"/>
          </a:xfrm>
          <a:prstGeom prst="round2SameRect">
            <a:avLst>
              <a:gd fmla="val 16667" name="adj1"/>
              <a:gd fmla="val 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 name="Google Shape;67;p17"/>
          <p:cNvCxnSpPr/>
          <p:nvPr/>
        </p:nvCxnSpPr>
        <p:spPr>
          <a:xfrm rot="10800000">
            <a:off x="-2925" y="2533375"/>
            <a:ext cx="9150000" cy="0"/>
          </a:xfrm>
          <a:prstGeom prst="straightConnector1">
            <a:avLst/>
          </a:prstGeom>
          <a:noFill/>
          <a:ln cap="flat" cmpd="sng" w="19050">
            <a:solidFill>
              <a:schemeClr val="accent5"/>
            </a:solidFill>
            <a:prstDash val="solid"/>
            <a:round/>
            <a:headEnd len="med" w="med" type="none"/>
            <a:tailEnd len="med" w="med" type="none"/>
          </a:ln>
        </p:spPr>
      </p:cxnSp>
      <p:sp>
        <p:nvSpPr>
          <p:cNvPr id="68" name="Google Shape;68;p17"/>
          <p:cNvSpPr/>
          <p:nvPr/>
        </p:nvSpPr>
        <p:spPr>
          <a:xfrm flipH="1">
            <a:off x="801877" y="2113874"/>
            <a:ext cx="3009600" cy="418500"/>
          </a:xfrm>
          <a:prstGeom prst="round2SameRect">
            <a:avLst>
              <a:gd fmla="val 16667" name="adj1"/>
              <a:gd fmla="val 0"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 name="Google Shape;69;p17"/>
          <p:cNvCxnSpPr/>
          <p:nvPr/>
        </p:nvCxnSpPr>
        <p:spPr>
          <a:xfrm rot="10800000">
            <a:off x="-2925" y="3164654"/>
            <a:ext cx="9150000" cy="0"/>
          </a:xfrm>
          <a:prstGeom prst="straightConnector1">
            <a:avLst/>
          </a:prstGeom>
          <a:noFill/>
          <a:ln cap="flat" cmpd="sng" w="19050">
            <a:solidFill>
              <a:schemeClr val="lt2"/>
            </a:solidFill>
            <a:prstDash val="solid"/>
            <a:round/>
            <a:headEnd len="med" w="med" type="none"/>
            <a:tailEnd len="med" w="med" type="none"/>
          </a:ln>
        </p:spPr>
      </p:cxnSp>
      <p:sp>
        <p:nvSpPr>
          <p:cNvPr id="70" name="Google Shape;70;p17"/>
          <p:cNvSpPr/>
          <p:nvPr/>
        </p:nvSpPr>
        <p:spPr>
          <a:xfrm flipH="1">
            <a:off x="801877" y="2745153"/>
            <a:ext cx="3009600" cy="418500"/>
          </a:xfrm>
          <a:prstGeom prst="round2SameRect">
            <a:avLst>
              <a:gd fmla="val 16667"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 name="Google Shape;71;p17"/>
          <p:cNvCxnSpPr/>
          <p:nvPr/>
        </p:nvCxnSpPr>
        <p:spPr>
          <a:xfrm rot="10800000">
            <a:off x="-2925" y="3803000"/>
            <a:ext cx="9150000" cy="0"/>
          </a:xfrm>
          <a:prstGeom prst="straightConnector1">
            <a:avLst/>
          </a:prstGeom>
          <a:noFill/>
          <a:ln cap="flat" cmpd="sng" w="19050">
            <a:solidFill>
              <a:schemeClr val="accent1"/>
            </a:solidFill>
            <a:prstDash val="solid"/>
            <a:round/>
            <a:headEnd len="med" w="med" type="none"/>
            <a:tailEnd len="med" w="med" type="none"/>
          </a:ln>
        </p:spPr>
      </p:cxnSp>
      <p:sp>
        <p:nvSpPr>
          <p:cNvPr id="72" name="Google Shape;72;p17"/>
          <p:cNvSpPr/>
          <p:nvPr/>
        </p:nvSpPr>
        <p:spPr>
          <a:xfrm flipH="1">
            <a:off x="801877" y="3383498"/>
            <a:ext cx="3009600" cy="418500"/>
          </a:xfrm>
          <a:prstGeom prst="round2SameRect">
            <a:avLst>
              <a:gd fmla="val 16667"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 name="Google Shape;73;p17"/>
          <p:cNvCxnSpPr/>
          <p:nvPr/>
        </p:nvCxnSpPr>
        <p:spPr>
          <a:xfrm rot="10800000">
            <a:off x="-3050" y="4437527"/>
            <a:ext cx="9150000" cy="0"/>
          </a:xfrm>
          <a:prstGeom prst="straightConnector1">
            <a:avLst/>
          </a:prstGeom>
          <a:noFill/>
          <a:ln cap="flat" cmpd="sng" w="19050">
            <a:solidFill>
              <a:schemeClr val="accent4"/>
            </a:solidFill>
            <a:prstDash val="solid"/>
            <a:round/>
            <a:headEnd len="med" w="med" type="none"/>
            <a:tailEnd len="med" w="med" type="none"/>
          </a:ln>
        </p:spPr>
      </p:cxnSp>
      <p:sp>
        <p:nvSpPr>
          <p:cNvPr id="74" name="Google Shape;74;p17"/>
          <p:cNvSpPr/>
          <p:nvPr/>
        </p:nvSpPr>
        <p:spPr>
          <a:xfrm flipH="1">
            <a:off x="801715" y="4018025"/>
            <a:ext cx="3009600" cy="418500"/>
          </a:xfrm>
          <a:prstGeom prst="round2SameRect">
            <a:avLst>
              <a:gd fmla="val 16667" name="adj1"/>
              <a:gd fmla="val 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 name="Google Shape;75;p17"/>
          <p:cNvSpPr txBox="1"/>
          <p:nvPr>
            <p:ph idx="1" type="subTitle"/>
          </p:nvPr>
        </p:nvSpPr>
        <p:spPr>
          <a:xfrm>
            <a:off x="314425" y="180775"/>
            <a:ext cx="2107500" cy="1022400"/>
          </a:xfrm>
          <a:prstGeom prst="rect">
            <a:avLst/>
          </a:prstGeom>
        </p:spPr>
        <p:txBody>
          <a:bodyPr anchorCtr="0" anchor="ctr" bIns="91425" lIns="91425" spcFirstLastPara="1" rIns="91425" wrap="square" tIns="91425">
            <a:no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6" name="Google Shape;76;p17"/>
          <p:cNvSpPr txBox="1"/>
          <p:nvPr>
            <p:ph idx="2" type="subTitle"/>
          </p:nvPr>
        </p:nvSpPr>
        <p:spPr>
          <a:xfrm>
            <a:off x="802850" y="148385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3" type="body"/>
          </p:nvPr>
        </p:nvSpPr>
        <p:spPr>
          <a:xfrm>
            <a:off x="4057850" y="1887650"/>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78" name="Google Shape;78;p17"/>
          <p:cNvSpPr txBox="1"/>
          <p:nvPr>
            <p:ph idx="4" type="body"/>
          </p:nvPr>
        </p:nvSpPr>
        <p:spPr>
          <a:xfrm>
            <a:off x="4057850" y="2522313"/>
            <a:ext cx="4756200" cy="236700"/>
          </a:xfrm>
          <a:prstGeom prst="rect">
            <a:avLst/>
          </a:prstGeom>
        </p:spPr>
        <p:txBody>
          <a:bodyPr anchorCtr="0" anchor="t" bIns="0"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79" name="Google Shape;79;p17"/>
          <p:cNvSpPr txBox="1"/>
          <p:nvPr>
            <p:ph idx="5" type="body"/>
          </p:nvPr>
        </p:nvSpPr>
        <p:spPr>
          <a:xfrm>
            <a:off x="4057850" y="31556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0" name="Google Shape;80;p17"/>
          <p:cNvSpPr txBox="1"/>
          <p:nvPr>
            <p:ph idx="6" type="body"/>
          </p:nvPr>
        </p:nvSpPr>
        <p:spPr>
          <a:xfrm>
            <a:off x="4057850" y="37883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1" name="Google Shape;81;p17"/>
          <p:cNvSpPr txBox="1"/>
          <p:nvPr>
            <p:ph idx="7" type="body"/>
          </p:nvPr>
        </p:nvSpPr>
        <p:spPr>
          <a:xfrm>
            <a:off x="4057850" y="44210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2" name="Google Shape;82;p17"/>
          <p:cNvSpPr txBox="1"/>
          <p:nvPr>
            <p:ph idx="8" type="subTitle"/>
          </p:nvPr>
        </p:nvSpPr>
        <p:spPr>
          <a:xfrm>
            <a:off x="801725" y="211400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3" name="Google Shape;83;p17"/>
          <p:cNvSpPr txBox="1"/>
          <p:nvPr>
            <p:ph idx="9" type="subTitle"/>
          </p:nvPr>
        </p:nvSpPr>
        <p:spPr>
          <a:xfrm>
            <a:off x="801725" y="2748175"/>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000"/>
              <a:buNone/>
              <a:defRPr sz="3000">
                <a:solidFill>
                  <a:schemeClr val="dk1"/>
                </a:solidFill>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84" name="Google Shape;84;p17"/>
          <p:cNvSpPr txBox="1"/>
          <p:nvPr>
            <p:ph idx="13" type="subTitle"/>
          </p:nvPr>
        </p:nvSpPr>
        <p:spPr>
          <a:xfrm>
            <a:off x="802850" y="338315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5" name="Google Shape;85;p17"/>
          <p:cNvSpPr txBox="1"/>
          <p:nvPr>
            <p:ph idx="14" type="subTitle"/>
          </p:nvPr>
        </p:nvSpPr>
        <p:spPr>
          <a:xfrm>
            <a:off x="802850" y="4018825"/>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6" name="Google Shape;86;p17"/>
          <p:cNvSpPr txBox="1"/>
          <p:nvPr>
            <p:ph type="title"/>
          </p:nvPr>
        </p:nvSpPr>
        <p:spPr>
          <a:xfrm>
            <a:off x="1976370" y="180775"/>
            <a:ext cx="8685900" cy="1022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g References">
  <p:cSld name="CUSTOM_15">
    <p:spTree>
      <p:nvGrpSpPr>
        <p:cNvPr id="87" name="Shape 87"/>
        <p:cNvGrpSpPr/>
        <p:nvPr/>
      </p:nvGrpSpPr>
      <p:grpSpPr>
        <a:xfrm>
          <a:off x="0" y="0"/>
          <a:ext cx="0" cy="0"/>
          <a:chOff x="0" y="0"/>
          <a:chExt cx="0" cy="0"/>
        </a:xfrm>
      </p:grpSpPr>
      <p:sp>
        <p:nvSpPr>
          <p:cNvPr id="88" name="Google Shape;88;p18"/>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0" name="Google Shape;90;p1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1" name="Google Shape;91;p1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2" name="Google Shape;92;p18"/>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3" name="Google Shape;93;p1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4" name="Google Shape;94;p1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5" name="Google Shape;95;p18"/>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6" name="Google Shape;96;p1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 name="Google Shape;97;p1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8" name="Google Shape;98;p1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9" name="Google Shape;99;p1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0" name="Google Shape;100;p1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1" name="Google Shape;101;p18"/>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 name="Google Shape;102;p18"/>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 name="Google Shape;103;p18"/>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4" name="Google Shape;104;p18"/>
          <p:cNvSpPr/>
          <p:nvPr>
            <p:ph idx="2" type="pic"/>
          </p:nvPr>
        </p:nvSpPr>
        <p:spPr>
          <a:xfrm>
            <a:off x="6423338" y="492900"/>
            <a:ext cx="422400" cy="422400"/>
          </a:xfrm>
          <a:prstGeom prst="rect">
            <a:avLst/>
          </a:prstGeom>
          <a:noFill/>
          <a:ln>
            <a:noFill/>
          </a:ln>
        </p:spPr>
      </p:sp>
      <p:sp>
        <p:nvSpPr>
          <p:cNvPr id="105" name="Google Shape;105;p18"/>
          <p:cNvSpPr/>
          <p:nvPr>
            <p:ph idx="3" type="pic"/>
          </p:nvPr>
        </p:nvSpPr>
        <p:spPr>
          <a:xfrm>
            <a:off x="6423338" y="1366600"/>
            <a:ext cx="422400" cy="422400"/>
          </a:xfrm>
          <a:prstGeom prst="rect">
            <a:avLst/>
          </a:prstGeom>
          <a:noFill/>
          <a:ln>
            <a:noFill/>
          </a:ln>
        </p:spPr>
      </p:sp>
      <p:sp>
        <p:nvSpPr>
          <p:cNvPr id="106" name="Google Shape;106;p18"/>
          <p:cNvSpPr/>
          <p:nvPr>
            <p:ph idx="4" type="pic"/>
          </p:nvPr>
        </p:nvSpPr>
        <p:spPr>
          <a:xfrm>
            <a:off x="6423338" y="2240275"/>
            <a:ext cx="422400" cy="422400"/>
          </a:xfrm>
          <a:prstGeom prst="rect">
            <a:avLst/>
          </a:prstGeom>
          <a:noFill/>
          <a:ln>
            <a:noFill/>
          </a:ln>
        </p:spPr>
      </p:sp>
      <p:sp>
        <p:nvSpPr>
          <p:cNvPr id="107" name="Google Shape;107;p18"/>
          <p:cNvSpPr txBox="1"/>
          <p:nvPr>
            <p:ph idx="1" type="subTitle"/>
          </p:nvPr>
        </p:nvSpPr>
        <p:spPr>
          <a:xfrm>
            <a:off x="6845750" y="1211800"/>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08" name="Google Shape;108;p18"/>
          <p:cNvSpPr txBox="1"/>
          <p:nvPr>
            <p:ph idx="5" type="subTitle"/>
          </p:nvPr>
        </p:nvSpPr>
        <p:spPr>
          <a:xfrm>
            <a:off x="6845750" y="208547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09" name="Google Shape;109;p18"/>
          <p:cNvSpPr txBox="1"/>
          <p:nvPr>
            <p:ph idx="6" type="subTitle"/>
          </p:nvPr>
        </p:nvSpPr>
        <p:spPr>
          <a:xfrm>
            <a:off x="6845750" y="2959150"/>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0" name="Google Shape;110;p18"/>
          <p:cNvSpPr txBox="1"/>
          <p:nvPr>
            <p:ph idx="7" type="subTitle"/>
          </p:nvPr>
        </p:nvSpPr>
        <p:spPr>
          <a:xfrm>
            <a:off x="6845750" y="383282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1" name="Google Shape;111;p18"/>
          <p:cNvSpPr/>
          <p:nvPr>
            <p:ph idx="8" type="pic"/>
          </p:nvPr>
        </p:nvSpPr>
        <p:spPr>
          <a:xfrm>
            <a:off x="6423338" y="3113938"/>
            <a:ext cx="422400" cy="422400"/>
          </a:xfrm>
          <a:prstGeom prst="rect">
            <a:avLst/>
          </a:prstGeom>
          <a:noFill/>
          <a:ln>
            <a:noFill/>
          </a:ln>
        </p:spPr>
      </p:sp>
      <p:sp>
        <p:nvSpPr>
          <p:cNvPr id="112" name="Google Shape;112;p18"/>
          <p:cNvSpPr txBox="1"/>
          <p:nvPr>
            <p:ph idx="9" type="subTitle"/>
          </p:nvPr>
        </p:nvSpPr>
        <p:spPr>
          <a:xfrm>
            <a:off x="6845750" y="33812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3" name="Google Shape;113;p18"/>
          <p:cNvSpPr/>
          <p:nvPr>
            <p:ph idx="13" type="pic"/>
          </p:nvPr>
        </p:nvSpPr>
        <p:spPr>
          <a:xfrm>
            <a:off x="6423338" y="3987613"/>
            <a:ext cx="422400" cy="422400"/>
          </a:xfrm>
          <a:prstGeom prst="rect">
            <a:avLst/>
          </a:prstGeom>
          <a:noFill/>
          <a:ln>
            <a:noFill/>
          </a:ln>
        </p:spPr>
      </p:sp>
      <p:sp>
        <p:nvSpPr>
          <p:cNvPr id="114" name="Google Shape;114;p18"/>
          <p:cNvSpPr txBox="1"/>
          <p:nvPr>
            <p:ph type="title"/>
          </p:nvPr>
        </p:nvSpPr>
        <p:spPr>
          <a:xfrm>
            <a:off x="208839" y="3853175"/>
            <a:ext cx="3015600" cy="113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6000"/>
              <a:buNone/>
              <a:defRPr>
                <a:solidFill>
                  <a:schemeClr val="accent2"/>
                </a:solidFill>
              </a:defRPr>
            </a:lvl1pPr>
            <a:lvl2pPr lvl="1">
              <a:lnSpc>
                <a:spcPct val="100000"/>
              </a:lnSpc>
              <a:spcBef>
                <a:spcPts val="0"/>
              </a:spcBef>
              <a:spcAft>
                <a:spcPts val="0"/>
              </a:spcAft>
              <a:buClr>
                <a:schemeClr val="accent2"/>
              </a:buClr>
              <a:buSzPts val="6000"/>
              <a:buNone/>
              <a:defRPr>
                <a:solidFill>
                  <a:schemeClr val="accent2"/>
                </a:solidFill>
              </a:defRPr>
            </a:lvl2pPr>
            <a:lvl3pPr lvl="2">
              <a:lnSpc>
                <a:spcPct val="100000"/>
              </a:lnSpc>
              <a:spcBef>
                <a:spcPts val="0"/>
              </a:spcBef>
              <a:spcAft>
                <a:spcPts val="0"/>
              </a:spcAft>
              <a:buClr>
                <a:schemeClr val="accent2"/>
              </a:buClr>
              <a:buSzPts val="6000"/>
              <a:buNone/>
              <a:defRPr>
                <a:solidFill>
                  <a:schemeClr val="accent2"/>
                </a:solidFill>
              </a:defRPr>
            </a:lvl3pPr>
            <a:lvl4pPr lvl="3">
              <a:lnSpc>
                <a:spcPct val="100000"/>
              </a:lnSpc>
              <a:spcBef>
                <a:spcPts val="0"/>
              </a:spcBef>
              <a:spcAft>
                <a:spcPts val="0"/>
              </a:spcAft>
              <a:buClr>
                <a:schemeClr val="accent2"/>
              </a:buClr>
              <a:buSzPts val="6000"/>
              <a:buNone/>
              <a:defRPr>
                <a:solidFill>
                  <a:schemeClr val="accent2"/>
                </a:solidFill>
              </a:defRPr>
            </a:lvl4pPr>
            <a:lvl5pPr lvl="4">
              <a:lnSpc>
                <a:spcPct val="100000"/>
              </a:lnSpc>
              <a:spcBef>
                <a:spcPts val="0"/>
              </a:spcBef>
              <a:spcAft>
                <a:spcPts val="0"/>
              </a:spcAft>
              <a:buClr>
                <a:schemeClr val="accent2"/>
              </a:buClr>
              <a:buSzPts val="6000"/>
              <a:buNone/>
              <a:defRPr>
                <a:solidFill>
                  <a:schemeClr val="accent2"/>
                </a:solidFill>
              </a:defRPr>
            </a:lvl5pPr>
            <a:lvl6pPr lvl="5">
              <a:lnSpc>
                <a:spcPct val="100000"/>
              </a:lnSpc>
              <a:spcBef>
                <a:spcPts val="0"/>
              </a:spcBef>
              <a:spcAft>
                <a:spcPts val="0"/>
              </a:spcAft>
              <a:buClr>
                <a:schemeClr val="accent2"/>
              </a:buClr>
              <a:buSzPts val="6000"/>
              <a:buNone/>
              <a:defRPr>
                <a:solidFill>
                  <a:schemeClr val="accent2"/>
                </a:solidFill>
              </a:defRPr>
            </a:lvl6pPr>
            <a:lvl7pPr lvl="6">
              <a:lnSpc>
                <a:spcPct val="100000"/>
              </a:lnSpc>
              <a:spcBef>
                <a:spcPts val="0"/>
              </a:spcBef>
              <a:spcAft>
                <a:spcPts val="0"/>
              </a:spcAft>
              <a:buClr>
                <a:schemeClr val="accent2"/>
              </a:buClr>
              <a:buSzPts val="6000"/>
              <a:buNone/>
              <a:defRPr>
                <a:solidFill>
                  <a:schemeClr val="accent2"/>
                </a:solidFill>
              </a:defRPr>
            </a:lvl7pPr>
            <a:lvl8pPr lvl="7">
              <a:lnSpc>
                <a:spcPct val="100000"/>
              </a:lnSpc>
              <a:spcBef>
                <a:spcPts val="0"/>
              </a:spcBef>
              <a:spcAft>
                <a:spcPts val="0"/>
              </a:spcAft>
              <a:buClr>
                <a:schemeClr val="accent2"/>
              </a:buClr>
              <a:buSzPts val="6000"/>
              <a:buNone/>
              <a:defRPr>
                <a:solidFill>
                  <a:schemeClr val="accent2"/>
                </a:solidFill>
              </a:defRPr>
            </a:lvl8pPr>
            <a:lvl9pPr lvl="8">
              <a:lnSpc>
                <a:spcPct val="100000"/>
              </a:lnSpc>
              <a:spcBef>
                <a:spcPts val="0"/>
              </a:spcBef>
              <a:spcAft>
                <a:spcPts val="0"/>
              </a:spcAft>
              <a:buClr>
                <a:schemeClr val="accent2"/>
              </a:buClr>
              <a:buSzPts val="6000"/>
              <a:buNone/>
              <a:defRPr>
                <a:solidFill>
                  <a:schemeClr val="accent2"/>
                </a:solidFill>
              </a:defRPr>
            </a:lvl9pPr>
          </a:lstStyle>
          <a:p/>
        </p:txBody>
      </p:sp>
      <p:sp>
        <p:nvSpPr>
          <p:cNvPr id="115" name="Google Shape;115;p18"/>
          <p:cNvSpPr txBox="1"/>
          <p:nvPr>
            <p:ph idx="14"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18"/>
          <p:cNvSpPr txBox="1"/>
          <p:nvPr>
            <p:ph idx="1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ipe">
  <p:cSld name="CUSTOM_16">
    <p:spTree>
      <p:nvGrpSpPr>
        <p:cNvPr id="117" name="Shape 117"/>
        <p:cNvGrpSpPr/>
        <p:nvPr/>
      </p:nvGrpSpPr>
      <p:grpSpPr>
        <a:xfrm>
          <a:off x="0" y="0"/>
          <a:ext cx="0" cy="0"/>
          <a:chOff x="0" y="0"/>
          <a:chExt cx="0" cy="0"/>
        </a:xfrm>
      </p:grpSpPr>
      <p:sp>
        <p:nvSpPr>
          <p:cNvPr id="118" name="Google Shape;118;p19"/>
          <p:cNvSpPr/>
          <p:nvPr>
            <p:ph idx="2" type="pic"/>
          </p:nvPr>
        </p:nvSpPr>
        <p:spPr>
          <a:xfrm>
            <a:off x="250" y="0"/>
            <a:ext cx="9144000" cy="5143500"/>
          </a:xfrm>
          <a:prstGeom prst="rect">
            <a:avLst/>
          </a:prstGeom>
          <a:noFill/>
          <a:ln>
            <a:noFill/>
          </a:ln>
        </p:spPr>
      </p:sp>
      <p:sp>
        <p:nvSpPr>
          <p:cNvPr id="119" name="Google Shape;119;p19"/>
          <p:cNvSpPr/>
          <p:nvPr>
            <p:ph idx="3" type="pic"/>
          </p:nvPr>
        </p:nvSpPr>
        <p:spPr>
          <a:xfrm>
            <a:off x="4802975" y="4532150"/>
            <a:ext cx="398700" cy="265500"/>
          </a:xfrm>
          <a:prstGeom prst="roundRect">
            <a:avLst>
              <a:gd fmla="val 16667" name="adj"/>
            </a:avLst>
          </a:prstGeom>
          <a:noFill/>
          <a:ln>
            <a:noFill/>
          </a:ln>
        </p:spPr>
      </p:sp>
      <p:sp>
        <p:nvSpPr>
          <p:cNvPr id="120" name="Google Shape;120;p19"/>
          <p:cNvSpPr txBox="1"/>
          <p:nvPr>
            <p:ph type="title"/>
          </p:nvPr>
        </p:nvSpPr>
        <p:spPr>
          <a:xfrm>
            <a:off x="1338275" y="351050"/>
            <a:ext cx="3695700" cy="1524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accent2"/>
              </a:buClr>
              <a:buSzPts val="6000"/>
              <a:buNone/>
              <a:defRPr>
                <a:solidFill>
                  <a:schemeClr val="accent2"/>
                </a:solidFill>
              </a:defRPr>
            </a:lvl1pPr>
            <a:lvl2pPr lvl="1">
              <a:lnSpc>
                <a:spcPct val="80000"/>
              </a:lnSpc>
              <a:spcBef>
                <a:spcPts val="0"/>
              </a:spcBef>
              <a:spcAft>
                <a:spcPts val="0"/>
              </a:spcAft>
              <a:buClr>
                <a:schemeClr val="accent2"/>
              </a:buClr>
              <a:buSzPts val="6000"/>
              <a:buNone/>
              <a:defRPr>
                <a:solidFill>
                  <a:schemeClr val="accent2"/>
                </a:solidFill>
              </a:defRPr>
            </a:lvl2pPr>
            <a:lvl3pPr lvl="2">
              <a:lnSpc>
                <a:spcPct val="80000"/>
              </a:lnSpc>
              <a:spcBef>
                <a:spcPts val="0"/>
              </a:spcBef>
              <a:spcAft>
                <a:spcPts val="0"/>
              </a:spcAft>
              <a:buClr>
                <a:schemeClr val="accent2"/>
              </a:buClr>
              <a:buSzPts val="6000"/>
              <a:buNone/>
              <a:defRPr>
                <a:solidFill>
                  <a:schemeClr val="accent2"/>
                </a:solidFill>
              </a:defRPr>
            </a:lvl3pPr>
            <a:lvl4pPr lvl="3">
              <a:lnSpc>
                <a:spcPct val="80000"/>
              </a:lnSpc>
              <a:spcBef>
                <a:spcPts val="0"/>
              </a:spcBef>
              <a:spcAft>
                <a:spcPts val="0"/>
              </a:spcAft>
              <a:buClr>
                <a:schemeClr val="accent2"/>
              </a:buClr>
              <a:buSzPts val="6000"/>
              <a:buNone/>
              <a:defRPr>
                <a:solidFill>
                  <a:schemeClr val="accent2"/>
                </a:solidFill>
              </a:defRPr>
            </a:lvl4pPr>
            <a:lvl5pPr lvl="4">
              <a:lnSpc>
                <a:spcPct val="80000"/>
              </a:lnSpc>
              <a:spcBef>
                <a:spcPts val="0"/>
              </a:spcBef>
              <a:spcAft>
                <a:spcPts val="0"/>
              </a:spcAft>
              <a:buClr>
                <a:schemeClr val="accent2"/>
              </a:buClr>
              <a:buSzPts val="6000"/>
              <a:buNone/>
              <a:defRPr>
                <a:solidFill>
                  <a:schemeClr val="accent2"/>
                </a:solidFill>
              </a:defRPr>
            </a:lvl5pPr>
            <a:lvl6pPr lvl="5">
              <a:lnSpc>
                <a:spcPct val="80000"/>
              </a:lnSpc>
              <a:spcBef>
                <a:spcPts val="0"/>
              </a:spcBef>
              <a:spcAft>
                <a:spcPts val="0"/>
              </a:spcAft>
              <a:buClr>
                <a:schemeClr val="accent2"/>
              </a:buClr>
              <a:buSzPts val="6000"/>
              <a:buNone/>
              <a:defRPr>
                <a:solidFill>
                  <a:schemeClr val="accent2"/>
                </a:solidFill>
              </a:defRPr>
            </a:lvl6pPr>
            <a:lvl7pPr lvl="6">
              <a:lnSpc>
                <a:spcPct val="80000"/>
              </a:lnSpc>
              <a:spcBef>
                <a:spcPts val="0"/>
              </a:spcBef>
              <a:spcAft>
                <a:spcPts val="0"/>
              </a:spcAft>
              <a:buClr>
                <a:schemeClr val="accent2"/>
              </a:buClr>
              <a:buSzPts val="6000"/>
              <a:buNone/>
              <a:defRPr>
                <a:solidFill>
                  <a:schemeClr val="accent2"/>
                </a:solidFill>
              </a:defRPr>
            </a:lvl7pPr>
            <a:lvl8pPr lvl="7">
              <a:lnSpc>
                <a:spcPct val="80000"/>
              </a:lnSpc>
              <a:spcBef>
                <a:spcPts val="0"/>
              </a:spcBef>
              <a:spcAft>
                <a:spcPts val="0"/>
              </a:spcAft>
              <a:buClr>
                <a:schemeClr val="accent2"/>
              </a:buClr>
              <a:buSzPts val="6000"/>
              <a:buNone/>
              <a:defRPr>
                <a:solidFill>
                  <a:schemeClr val="accent2"/>
                </a:solidFill>
              </a:defRPr>
            </a:lvl8pPr>
            <a:lvl9pPr lvl="8">
              <a:lnSpc>
                <a:spcPct val="80000"/>
              </a:lnSpc>
              <a:spcBef>
                <a:spcPts val="0"/>
              </a:spcBef>
              <a:spcAft>
                <a:spcPts val="0"/>
              </a:spcAft>
              <a:buClr>
                <a:schemeClr val="accent2"/>
              </a:buClr>
              <a:buSzPts val="6000"/>
              <a:buNone/>
              <a:defRPr>
                <a:solidFill>
                  <a:schemeClr val="accent2"/>
                </a:solidFill>
              </a:defRPr>
            </a:lvl9pPr>
          </a:lstStyle>
          <a:p/>
        </p:txBody>
      </p:sp>
      <p:sp>
        <p:nvSpPr>
          <p:cNvPr id="121" name="Google Shape;121;p19"/>
          <p:cNvSpPr txBox="1"/>
          <p:nvPr>
            <p:ph idx="1" type="subTitle"/>
          </p:nvPr>
        </p:nvSpPr>
        <p:spPr>
          <a:xfrm>
            <a:off x="327600" y="2692400"/>
            <a:ext cx="52587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000"/>
              <a:buNone/>
              <a:defRPr sz="3000">
                <a:solidFill>
                  <a:schemeClr val="dk1"/>
                </a:solidFill>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122" name="Google Shape;122;p19"/>
          <p:cNvSpPr txBox="1"/>
          <p:nvPr>
            <p:ph idx="4" type="body"/>
          </p:nvPr>
        </p:nvSpPr>
        <p:spPr>
          <a:xfrm>
            <a:off x="403800" y="3110900"/>
            <a:ext cx="5109300" cy="6138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ipe Overview">
  <p:cSld name="CUSTOM_17">
    <p:spTree>
      <p:nvGrpSpPr>
        <p:cNvPr id="123" name="Shape 123"/>
        <p:cNvGrpSpPr/>
        <p:nvPr/>
      </p:nvGrpSpPr>
      <p:grpSpPr>
        <a:xfrm>
          <a:off x="0" y="0"/>
          <a:ext cx="0" cy="0"/>
          <a:chOff x="0" y="0"/>
          <a:chExt cx="0" cy="0"/>
        </a:xfrm>
      </p:grpSpPr>
      <p:sp>
        <p:nvSpPr>
          <p:cNvPr id="124" name="Google Shape;124;p20"/>
          <p:cNvSpPr/>
          <p:nvPr>
            <p:ph idx="2" type="pic"/>
          </p:nvPr>
        </p:nvSpPr>
        <p:spPr>
          <a:xfrm>
            <a:off x="5925600" y="0"/>
            <a:ext cx="3218400" cy="5143500"/>
          </a:xfrm>
          <a:prstGeom prst="rect">
            <a:avLst/>
          </a:prstGeom>
          <a:noFill/>
          <a:ln>
            <a:noFill/>
          </a:ln>
        </p:spPr>
      </p:sp>
      <p:sp>
        <p:nvSpPr>
          <p:cNvPr id="125" name="Google Shape;125;p20"/>
          <p:cNvSpPr txBox="1"/>
          <p:nvPr>
            <p:ph idx="1" type="body"/>
          </p:nvPr>
        </p:nvSpPr>
        <p:spPr>
          <a:xfrm>
            <a:off x="390625" y="306925"/>
            <a:ext cx="3125400" cy="1685700"/>
          </a:xfrm>
          <a:prstGeom prst="rect">
            <a:avLst/>
          </a:prstGeom>
          <a:noFill/>
          <a:ln>
            <a:noFill/>
          </a:ln>
        </p:spPr>
        <p:txBody>
          <a:bodyPr anchorCtr="0" anchor="ctr" bIns="0" lIns="0" spcFirstLastPara="1" rIns="0" wrap="square" tIns="91425">
            <a:no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126" name="Google Shape;126;p20"/>
          <p:cNvSpPr txBox="1"/>
          <p:nvPr>
            <p:ph idx="3" type="subTitle"/>
          </p:nvPr>
        </p:nvSpPr>
        <p:spPr>
          <a:xfrm>
            <a:off x="313425" y="3137100"/>
            <a:ext cx="5073300" cy="8649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accent4"/>
              </a:buClr>
              <a:buSzPts val="4000"/>
              <a:buNone/>
              <a:defRPr sz="4000">
                <a:solidFill>
                  <a:schemeClr val="accent4"/>
                </a:solidFill>
              </a:defRPr>
            </a:lvl1pPr>
            <a:lvl2pPr lvl="1">
              <a:spcBef>
                <a:spcPts val="0"/>
              </a:spcBef>
              <a:spcAft>
                <a:spcPts val="0"/>
              </a:spcAft>
              <a:buClr>
                <a:schemeClr val="accent4"/>
              </a:buClr>
              <a:buSzPts val="3600"/>
              <a:buNone/>
              <a:defRPr>
                <a:solidFill>
                  <a:schemeClr val="accent4"/>
                </a:solidFill>
              </a:defRPr>
            </a:lvl2pPr>
            <a:lvl3pPr lvl="2">
              <a:spcBef>
                <a:spcPts val="0"/>
              </a:spcBef>
              <a:spcAft>
                <a:spcPts val="0"/>
              </a:spcAft>
              <a:buClr>
                <a:schemeClr val="accent4"/>
              </a:buClr>
              <a:buSzPts val="3600"/>
              <a:buNone/>
              <a:defRPr>
                <a:solidFill>
                  <a:schemeClr val="accent4"/>
                </a:solidFill>
              </a:defRPr>
            </a:lvl3pPr>
            <a:lvl4pPr lvl="3">
              <a:spcBef>
                <a:spcPts val="0"/>
              </a:spcBef>
              <a:spcAft>
                <a:spcPts val="0"/>
              </a:spcAft>
              <a:buClr>
                <a:schemeClr val="accent4"/>
              </a:buClr>
              <a:buSzPts val="3600"/>
              <a:buNone/>
              <a:defRPr>
                <a:solidFill>
                  <a:schemeClr val="accent4"/>
                </a:solidFill>
              </a:defRPr>
            </a:lvl4pPr>
            <a:lvl5pPr lvl="4">
              <a:spcBef>
                <a:spcPts val="0"/>
              </a:spcBef>
              <a:spcAft>
                <a:spcPts val="0"/>
              </a:spcAft>
              <a:buClr>
                <a:schemeClr val="accent4"/>
              </a:buClr>
              <a:buSzPts val="3600"/>
              <a:buNone/>
              <a:defRPr>
                <a:solidFill>
                  <a:schemeClr val="accent4"/>
                </a:solidFill>
              </a:defRPr>
            </a:lvl5pPr>
            <a:lvl6pPr lvl="5">
              <a:spcBef>
                <a:spcPts val="0"/>
              </a:spcBef>
              <a:spcAft>
                <a:spcPts val="0"/>
              </a:spcAft>
              <a:buClr>
                <a:schemeClr val="accent4"/>
              </a:buClr>
              <a:buSzPts val="3600"/>
              <a:buNone/>
              <a:defRPr>
                <a:solidFill>
                  <a:schemeClr val="accent4"/>
                </a:solidFill>
              </a:defRPr>
            </a:lvl6pPr>
            <a:lvl7pPr lvl="6">
              <a:spcBef>
                <a:spcPts val="0"/>
              </a:spcBef>
              <a:spcAft>
                <a:spcPts val="0"/>
              </a:spcAft>
              <a:buClr>
                <a:schemeClr val="accent4"/>
              </a:buClr>
              <a:buSzPts val="3600"/>
              <a:buNone/>
              <a:defRPr>
                <a:solidFill>
                  <a:schemeClr val="accent4"/>
                </a:solidFill>
              </a:defRPr>
            </a:lvl7pPr>
            <a:lvl8pPr lvl="7">
              <a:spcBef>
                <a:spcPts val="0"/>
              </a:spcBef>
              <a:spcAft>
                <a:spcPts val="0"/>
              </a:spcAft>
              <a:buClr>
                <a:schemeClr val="accent4"/>
              </a:buClr>
              <a:buSzPts val="3600"/>
              <a:buNone/>
              <a:defRPr>
                <a:solidFill>
                  <a:schemeClr val="accent4"/>
                </a:solidFill>
              </a:defRPr>
            </a:lvl8pPr>
            <a:lvl9pPr lvl="8">
              <a:spcBef>
                <a:spcPts val="0"/>
              </a:spcBef>
              <a:spcAft>
                <a:spcPts val="0"/>
              </a:spcAft>
              <a:buClr>
                <a:schemeClr val="accent4"/>
              </a:buClr>
              <a:buSzPts val="3600"/>
              <a:buNone/>
              <a:defRPr>
                <a:solidFill>
                  <a:schemeClr val="accent4"/>
                </a:solidFill>
              </a:defRPr>
            </a:lvl9pPr>
          </a:lstStyle>
          <a:p/>
        </p:txBody>
      </p:sp>
      <p:sp>
        <p:nvSpPr>
          <p:cNvPr id="127" name="Google Shape;127;p20"/>
          <p:cNvSpPr txBox="1"/>
          <p:nvPr>
            <p:ph type="title"/>
          </p:nvPr>
        </p:nvSpPr>
        <p:spPr>
          <a:xfrm>
            <a:off x="313425" y="3982300"/>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gredients Equipment Timing">
  <p:cSld name="CUSTOM_18">
    <p:spTree>
      <p:nvGrpSpPr>
        <p:cNvPr id="128" name="Shape 128"/>
        <p:cNvGrpSpPr/>
        <p:nvPr/>
      </p:nvGrpSpPr>
      <p:grpSpPr>
        <a:xfrm>
          <a:off x="0" y="0"/>
          <a:ext cx="0" cy="0"/>
          <a:chOff x="0" y="0"/>
          <a:chExt cx="0" cy="0"/>
        </a:xfrm>
      </p:grpSpPr>
      <p:sp>
        <p:nvSpPr>
          <p:cNvPr id="129" name="Google Shape;129;p21"/>
          <p:cNvSpPr txBox="1"/>
          <p:nvPr/>
        </p:nvSpPr>
        <p:spPr>
          <a:xfrm>
            <a:off x="4938475" y="3471508"/>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0" name="Google Shape;130;p21"/>
          <p:cNvSpPr txBox="1"/>
          <p:nvPr/>
        </p:nvSpPr>
        <p:spPr>
          <a:xfrm>
            <a:off x="4938475" y="3803796"/>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1" name="Google Shape;131;p21"/>
          <p:cNvSpPr txBox="1"/>
          <p:nvPr/>
        </p:nvSpPr>
        <p:spPr>
          <a:xfrm>
            <a:off x="4938475" y="4119298"/>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2" name="Google Shape;132;p21"/>
          <p:cNvSpPr txBox="1"/>
          <p:nvPr/>
        </p:nvSpPr>
        <p:spPr>
          <a:xfrm>
            <a:off x="4938475" y="4451586"/>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3" name="Google Shape;133;p21"/>
          <p:cNvSpPr txBox="1"/>
          <p:nvPr/>
        </p:nvSpPr>
        <p:spPr>
          <a:xfrm>
            <a:off x="7121346" y="4119301"/>
            <a:ext cx="1710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4" name="Google Shape;134;p21"/>
          <p:cNvSpPr txBox="1"/>
          <p:nvPr/>
        </p:nvSpPr>
        <p:spPr>
          <a:xfrm>
            <a:off x="7121346" y="4451589"/>
            <a:ext cx="1710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cxnSp>
        <p:nvCxnSpPr>
          <p:cNvPr id="135" name="Google Shape;135;p21"/>
          <p:cNvCxnSpPr/>
          <p:nvPr/>
        </p:nvCxnSpPr>
        <p:spPr>
          <a:xfrm rot="10800000">
            <a:off x="4699500" y="565800"/>
            <a:ext cx="0" cy="4109100"/>
          </a:xfrm>
          <a:prstGeom prst="straightConnector1">
            <a:avLst/>
          </a:prstGeom>
          <a:noFill/>
          <a:ln cap="flat" cmpd="sng" w="19050">
            <a:solidFill>
              <a:schemeClr val="accent4"/>
            </a:solidFill>
            <a:prstDash val="solid"/>
            <a:round/>
            <a:headEnd len="med" w="med" type="none"/>
            <a:tailEnd len="med" w="med" type="none"/>
          </a:ln>
        </p:spPr>
      </p:cxnSp>
      <p:cxnSp>
        <p:nvCxnSpPr>
          <p:cNvPr id="136" name="Google Shape;136;p21"/>
          <p:cNvCxnSpPr/>
          <p:nvPr/>
        </p:nvCxnSpPr>
        <p:spPr>
          <a:xfrm rot="10800000">
            <a:off x="6872275" y="565800"/>
            <a:ext cx="0" cy="4109100"/>
          </a:xfrm>
          <a:prstGeom prst="straightConnector1">
            <a:avLst/>
          </a:prstGeom>
          <a:noFill/>
          <a:ln cap="flat" cmpd="sng" w="19050">
            <a:solidFill>
              <a:schemeClr val="accent4"/>
            </a:solidFill>
            <a:prstDash val="solid"/>
            <a:round/>
            <a:headEnd len="med" w="med" type="none"/>
            <a:tailEnd len="med" w="med" type="none"/>
          </a:ln>
        </p:spPr>
      </p:cxnSp>
      <p:cxnSp>
        <p:nvCxnSpPr>
          <p:cNvPr id="137" name="Google Shape;137;p21"/>
          <p:cNvCxnSpPr/>
          <p:nvPr/>
        </p:nvCxnSpPr>
        <p:spPr>
          <a:xfrm>
            <a:off x="2488425" y="1300175"/>
            <a:ext cx="6347100" cy="0"/>
          </a:xfrm>
          <a:prstGeom prst="straightConnector1">
            <a:avLst/>
          </a:prstGeom>
          <a:noFill/>
          <a:ln cap="flat" cmpd="sng" w="19050">
            <a:solidFill>
              <a:schemeClr val="accent4"/>
            </a:solidFill>
            <a:prstDash val="solid"/>
            <a:round/>
            <a:headEnd len="med" w="med" type="none"/>
            <a:tailEnd len="med" w="med" type="none"/>
          </a:ln>
        </p:spPr>
      </p:cxnSp>
      <p:sp>
        <p:nvSpPr>
          <p:cNvPr id="138" name="Google Shape;138;p21"/>
          <p:cNvSpPr txBox="1"/>
          <p:nvPr>
            <p:ph idx="1" type="body"/>
          </p:nvPr>
        </p:nvSpPr>
        <p:spPr>
          <a:xfrm>
            <a:off x="251400" y="30038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39" name="Google Shape;139;p21"/>
          <p:cNvSpPr txBox="1"/>
          <p:nvPr>
            <p:ph idx="2" type="body"/>
          </p:nvPr>
        </p:nvSpPr>
        <p:spPr>
          <a:xfrm>
            <a:off x="2776938" y="1403275"/>
            <a:ext cx="1798800" cy="3298200"/>
          </a:xfrm>
          <a:prstGeom prst="rect">
            <a:avLst/>
          </a:prstGeom>
        </p:spPr>
        <p:txBody>
          <a:bodyPr anchorCtr="0" anchor="t" bIns="0" lIns="0" spcFirstLastPara="1" rIns="0" wrap="square" tIns="91425">
            <a:noAutofit/>
          </a:bodyPr>
          <a:lstStyle>
            <a:lvl1pPr indent="-298450" lvl="0" marL="457200">
              <a:lnSpc>
                <a:spcPct val="200000"/>
              </a:lnSpc>
              <a:spcBef>
                <a:spcPts val="0"/>
              </a:spcBef>
              <a:spcAft>
                <a:spcPts val="0"/>
              </a:spcAft>
              <a:buSzPts val="1100"/>
              <a:buChar char="●"/>
              <a:defRPr sz="1100"/>
            </a:lvl1pPr>
            <a:lvl2pPr indent="-298450" lvl="1" marL="914400">
              <a:lnSpc>
                <a:spcPct val="200000"/>
              </a:lnSpc>
              <a:spcBef>
                <a:spcPts val="0"/>
              </a:spcBef>
              <a:spcAft>
                <a:spcPts val="0"/>
              </a:spcAft>
              <a:buSzPts val="1100"/>
              <a:buChar char="○"/>
              <a:defRPr sz="1100"/>
            </a:lvl2pPr>
            <a:lvl3pPr indent="-298450" lvl="2" marL="1371600">
              <a:lnSpc>
                <a:spcPct val="200000"/>
              </a:lnSpc>
              <a:spcBef>
                <a:spcPts val="0"/>
              </a:spcBef>
              <a:spcAft>
                <a:spcPts val="0"/>
              </a:spcAft>
              <a:buSzPts val="1100"/>
              <a:buChar char="■"/>
              <a:defRPr sz="1100"/>
            </a:lvl3pPr>
            <a:lvl4pPr indent="-298450" lvl="3" marL="1828800">
              <a:lnSpc>
                <a:spcPct val="200000"/>
              </a:lnSpc>
              <a:spcBef>
                <a:spcPts val="0"/>
              </a:spcBef>
              <a:spcAft>
                <a:spcPts val="0"/>
              </a:spcAft>
              <a:buSzPts val="1100"/>
              <a:buChar char="●"/>
              <a:defRPr sz="1100"/>
            </a:lvl4pPr>
            <a:lvl5pPr indent="-298450" lvl="4" marL="2286000">
              <a:lnSpc>
                <a:spcPct val="200000"/>
              </a:lnSpc>
              <a:spcBef>
                <a:spcPts val="0"/>
              </a:spcBef>
              <a:spcAft>
                <a:spcPts val="0"/>
              </a:spcAft>
              <a:buSzPts val="1100"/>
              <a:buChar char="○"/>
              <a:defRPr sz="1100"/>
            </a:lvl5pPr>
            <a:lvl6pPr indent="-298450" lvl="5" marL="2743200">
              <a:lnSpc>
                <a:spcPct val="200000"/>
              </a:lnSpc>
              <a:spcBef>
                <a:spcPts val="0"/>
              </a:spcBef>
              <a:spcAft>
                <a:spcPts val="0"/>
              </a:spcAft>
              <a:buSzPts val="1100"/>
              <a:buChar char="■"/>
              <a:defRPr sz="1100"/>
            </a:lvl6pPr>
            <a:lvl7pPr indent="-298450" lvl="6" marL="3200400">
              <a:lnSpc>
                <a:spcPct val="200000"/>
              </a:lnSpc>
              <a:spcBef>
                <a:spcPts val="0"/>
              </a:spcBef>
              <a:spcAft>
                <a:spcPts val="0"/>
              </a:spcAft>
              <a:buSzPts val="1100"/>
              <a:buChar char="●"/>
              <a:defRPr sz="1100"/>
            </a:lvl7pPr>
            <a:lvl8pPr indent="-298450" lvl="7" marL="3657600">
              <a:lnSpc>
                <a:spcPct val="200000"/>
              </a:lnSpc>
              <a:spcBef>
                <a:spcPts val="0"/>
              </a:spcBef>
              <a:spcAft>
                <a:spcPts val="0"/>
              </a:spcAft>
              <a:buSzPts val="1100"/>
              <a:buChar char="○"/>
              <a:defRPr sz="1100"/>
            </a:lvl8pPr>
            <a:lvl9pPr indent="-298450" lvl="8" marL="4114800">
              <a:lnSpc>
                <a:spcPct val="200000"/>
              </a:lnSpc>
              <a:spcBef>
                <a:spcPts val="0"/>
              </a:spcBef>
              <a:spcAft>
                <a:spcPts val="0"/>
              </a:spcAft>
              <a:buSzPts val="1100"/>
              <a:buChar char="■"/>
              <a:defRPr sz="1100"/>
            </a:lvl9pPr>
          </a:lstStyle>
          <a:p/>
        </p:txBody>
      </p:sp>
      <p:sp>
        <p:nvSpPr>
          <p:cNvPr id="140" name="Google Shape;140;p21"/>
          <p:cNvSpPr txBox="1"/>
          <p:nvPr>
            <p:ph idx="3" type="body"/>
          </p:nvPr>
        </p:nvSpPr>
        <p:spPr>
          <a:xfrm>
            <a:off x="4955375" y="1403275"/>
            <a:ext cx="1710000" cy="3298200"/>
          </a:xfrm>
          <a:prstGeom prst="rect">
            <a:avLst/>
          </a:prstGeom>
          <a:noFill/>
          <a:ln>
            <a:noFill/>
          </a:ln>
        </p:spPr>
        <p:txBody>
          <a:bodyPr anchorCtr="0" anchor="ctr" bIns="0" lIns="0" spcFirstLastPara="1" rIns="0" wrap="square" tIns="91425">
            <a:noAutofit/>
          </a:bodyPr>
          <a:lstStyle>
            <a:lvl1pPr indent="-298450" lvl="0" marL="457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41" name="Google Shape;141;p21"/>
          <p:cNvSpPr txBox="1"/>
          <p:nvPr>
            <p:ph idx="4" type="body"/>
          </p:nvPr>
        </p:nvSpPr>
        <p:spPr>
          <a:xfrm>
            <a:off x="7147560" y="1403275"/>
            <a:ext cx="1641600" cy="3298200"/>
          </a:xfrm>
          <a:prstGeom prst="rect">
            <a:avLst/>
          </a:prstGeom>
          <a:noFill/>
          <a:ln>
            <a:noFill/>
          </a:ln>
        </p:spPr>
        <p:txBody>
          <a:bodyPr anchorCtr="0" anchor="ctr" bIns="0" lIns="0" spcFirstLastPara="1" rIns="0" wrap="square" tIns="91425">
            <a:noAutofit/>
          </a:bodyPr>
          <a:lstStyle>
            <a:lvl1pPr indent="-298450" lvl="0" marL="457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42" name="Google Shape;142;p21"/>
          <p:cNvSpPr txBox="1"/>
          <p:nvPr>
            <p:ph idx="5" type="subTitle"/>
          </p:nvPr>
        </p:nvSpPr>
        <p:spPr>
          <a:xfrm>
            <a:off x="2655800"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3" name="Google Shape;143;p21"/>
          <p:cNvSpPr txBox="1"/>
          <p:nvPr>
            <p:ph idx="6" type="subTitle"/>
          </p:nvPr>
        </p:nvSpPr>
        <p:spPr>
          <a:xfrm>
            <a:off x="4823475"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4" name="Google Shape;144;p21"/>
          <p:cNvSpPr txBox="1"/>
          <p:nvPr>
            <p:ph idx="7" type="subTitle"/>
          </p:nvPr>
        </p:nvSpPr>
        <p:spPr>
          <a:xfrm>
            <a:off x="6991150"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5" name="Google Shape;145;p21"/>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21"/>
          <p:cNvSpPr txBox="1"/>
          <p:nvPr>
            <p:ph idx="8"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1">
  <p:cSld name="CUSTOM_19">
    <p:spTree>
      <p:nvGrpSpPr>
        <p:cNvPr id="147" name="Shape 147"/>
        <p:cNvGrpSpPr/>
        <p:nvPr/>
      </p:nvGrpSpPr>
      <p:grpSpPr>
        <a:xfrm>
          <a:off x="0" y="0"/>
          <a:ext cx="0" cy="0"/>
          <a:chOff x="0" y="0"/>
          <a:chExt cx="0" cy="0"/>
        </a:xfrm>
      </p:grpSpPr>
      <p:sp>
        <p:nvSpPr>
          <p:cNvPr id="148" name="Google Shape;148;p22"/>
          <p:cNvSpPr txBox="1"/>
          <p:nvPr>
            <p:ph idx="1" type="body"/>
          </p:nvPr>
        </p:nvSpPr>
        <p:spPr>
          <a:xfrm>
            <a:off x="269588" y="1808975"/>
            <a:ext cx="1967100" cy="969300"/>
          </a:xfrm>
          <a:prstGeom prst="rect">
            <a:avLst/>
          </a:prstGeom>
        </p:spPr>
        <p:txBody>
          <a:bodyPr anchorCtr="0" anchor="t" bIns="0"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9" name="Google Shape;149;p22"/>
          <p:cNvSpPr txBox="1"/>
          <p:nvPr>
            <p:ph idx="2" type="subTitle"/>
          </p:nvPr>
        </p:nvSpPr>
        <p:spPr>
          <a:xfrm>
            <a:off x="181700" y="12239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0" name="Google Shape;150;p22"/>
          <p:cNvSpPr txBox="1"/>
          <p:nvPr>
            <p:ph idx="3" type="body"/>
          </p:nvPr>
        </p:nvSpPr>
        <p:spPr>
          <a:xfrm>
            <a:off x="4641263" y="180897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1" name="Google Shape;151;p22"/>
          <p:cNvSpPr txBox="1"/>
          <p:nvPr>
            <p:ph idx="4" type="subTitle"/>
          </p:nvPr>
        </p:nvSpPr>
        <p:spPr>
          <a:xfrm>
            <a:off x="4553375" y="12239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2" name="Google Shape;152;p22"/>
          <p:cNvSpPr txBox="1"/>
          <p:nvPr>
            <p:ph idx="5" type="body"/>
          </p:nvPr>
        </p:nvSpPr>
        <p:spPr>
          <a:xfrm>
            <a:off x="2455525" y="8431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3" name="Google Shape;153;p22"/>
          <p:cNvSpPr txBox="1"/>
          <p:nvPr>
            <p:ph idx="6" type="subTitle"/>
          </p:nvPr>
        </p:nvSpPr>
        <p:spPr>
          <a:xfrm>
            <a:off x="2367638" y="25812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4" name="Google Shape;154;p22"/>
          <p:cNvSpPr txBox="1"/>
          <p:nvPr>
            <p:ph idx="7" type="body"/>
          </p:nvPr>
        </p:nvSpPr>
        <p:spPr>
          <a:xfrm>
            <a:off x="6797775" y="8431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5" name="Google Shape;155;p22"/>
          <p:cNvSpPr txBox="1"/>
          <p:nvPr>
            <p:ph idx="8" type="subTitle"/>
          </p:nvPr>
        </p:nvSpPr>
        <p:spPr>
          <a:xfrm>
            <a:off x="6709888" y="25812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6" name="Google Shape;156;p22"/>
          <p:cNvSpPr txBox="1"/>
          <p:nvPr>
            <p:ph type="title"/>
          </p:nvPr>
        </p:nvSpPr>
        <p:spPr>
          <a:xfrm>
            <a:off x="6654375" y="4040175"/>
            <a:ext cx="2253900" cy="661200"/>
          </a:xfrm>
          <a:prstGeom prst="rect">
            <a:avLst/>
          </a:prstGeom>
        </p:spPr>
        <p:txBody>
          <a:bodyPr anchorCtr="0" anchor="t" bIns="91425" lIns="91425" spcFirstLastPara="1" rIns="91425" wrap="square" tIns="91425">
            <a:noAutofit/>
          </a:bodyPr>
          <a:lstStyle>
            <a:lvl1pPr lvl="0" algn="r">
              <a:lnSpc>
                <a:spcPct val="80000"/>
              </a:lnSpc>
              <a:spcBef>
                <a:spcPts val="0"/>
              </a:spcBef>
              <a:spcAft>
                <a:spcPts val="0"/>
              </a:spcAft>
              <a:buClr>
                <a:schemeClr val="accent2"/>
              </a:buClr>
              <a:buSzPts val="6000"/>
              <a:buNone/>
              <a:defRPr>
                <a:solidFill>
                  <a:schemeClr val="accent2"/>
                </a:solidFill>
              </a:defRPr>
            </a:lvl1pPr>
            <a:lvl2pPr lvl="1" algn="r">
              <a:lnSpc>
                <a:spcPct val="80000"/>
              </a:lnSpc>
              <a:spcBef>
                <a:spcPts val="0"/>
              </a:spcBef>
              <a:spcAft>
                <a:spcPts val="0"/>
              </a:spcAft>
              <a:buClr>
                <a:schemeClr val="accent2"/>
              </a:buClr>
              <a:buSzPts val="6000"/>
              <a:buNone/>
              <a:defRPr>
                <a:solidFill>
                  <a:schemeClr val="accent2"/>
                </a:solidFill>
              </a:defRPr>
            </a:lvl2pPr>
            <a:lvl3pPr lvl="2" algn="r">
              <a:lnSpc>
                <a:spcPct val="80000"/>
              </a:lnSpc>
              <a:spcBef>
                <a:spcPts val="0"/>
              </a:spcBef>
              <a:spcAft>
                <a:spcPts val="0"/>
              </a:spcAft>
              <a:buClr>
                <a:schemeClr val="accent2"/>
              </a:buClr>
              <a:buSzPts val="6000"/>
              <a:buNone/>
              <a:defRPr>
                <a:solidFill>
                  <a:schemeClr val="accent2"/>
                </a:solidFill>
              </a:defRPr>
            </a:lvl3pPr>
            <a:lvl4pPr lvl="3" algn="r">
              <a:lnSpc>
                <a:spcPct val="80000"/>
              </a:lnSpc>
              <a:spcBef>
                <a:spcPts val="0"/>
              </a:spcBef>
              <a:spcAft>
                <a:spcPts val="0"/>
              </a:spcAft>
              <a:buClr>
                <a:schemeClr val="accent2"/>
              </a:buClr>
              <a:buSzPts val="6000"/>
              <a:buNone/>
              <a:defRPr>
                <a:solidFill>
                  <a:schemeClr val="accent2"/>
                </a:solidFill>
              </a:defRPr>
            </a:lvl4pPr>
            <a:lvl5pPr lvl="4" algn="r">
              <a:lnSpc>
                <a:spcPct val="80000"/>
              </a:lnSpc>
              <a:spcBef>
                <a:spcPts val="0"/>
              </a:spcBef>
              <a:spcAft>
                <a:spcPts val="0"/>
              </a:spcAft>
              <a:buClr>
                <a:schemeClr val="accent2"/>
              </a:buClr>
              <a:buSzPts val="6000"/>
              <a:buNone/>
              <a:defRPr>
                <a:solidFill>
                  <a:schemeClr val="accent2"/>
                </a:solidFill>
              </a:defRPr>
            </a:lvl5pPr>
            <a:lvl6pPr lvl="5" algn="r">
              <a:lnSpc>
                <a:spcPct val="80000"/>
              </a:lnSpc>
              <a:spcBef>
                <a:spcPts val="0"/>
              </a:spcBef>
              <a:spcAft>
                <a:spcPts val="0"/>
              </a:spcAft>
              <a:buClr>
                <a:schemeClr val="accent2"/>
              </a:buClr>
              <a:buSzPts val="6000"/>
              <a:buNone/>
              <a:defRPr>
                <a:solidFill>
                  <a:schemeClr val="accent2"/>
                </a:solidFill>
              </a:defRPr>
            </a:lvl6pPr>
            <a:lvl7pPr lvl="6" algn="r">
              <a:lnSpc>
                <a:spcPct val="80000"/>
              </a:lnSpc>
              <a:spcBef>
                <a:spcPts val="0"/>
              </a:spcBef>
              <a:spcAft>
                <a:spcPts val="0"/>
              </a:spcAft>
              <a:buClr>
                <a:schemeClr val="accent2"/>
              </a:buClr>
              <a:buSzPts val="6000"/>
              <a:buNone/>
              <a:defRPr>
                <a:solidFill>
                  <a:schemeClr val="accent2"/>
                </a:solidFill>
              </a:defRPr>
            </a:lvl7pPr>
            <a:lvl8pPr lvl="7" algn="r">
              <a:lnSpc>
                <a:spcPct val="80000"/>
              </a:lnSpc>
              <a:spcBef>
                <a:spcPts val="0"/>
              </a:spcBef>
              <a:spcAft>
                <a:spcPts val="0"/>
              </a:spcAft>
              <a:buClr>
                <a:schemeClr val="accent2"/>
              </a:buClr>
              <a:buSzPts val="6000"/>
              <a:buNone/>
              <a:defRPr>
                <a:solidFill>
                  <a:schemeClr val="accent2"/>
                </a:solidFill>
              </a:defRPr>
            </a:lvl8pPr>
            <a:lvl9pPr lvl="8" algn="r">
              <a:lnSpc>
                <a:spcPct val="80000"/>
              </a:lnSpc>
              <a:spcBef>
                <a:spcPts val="0"/>
              </a:spcBef>
              <a:spcAft>
                <a:spcPts val="0"/>
              </a:spcAft>
              <a:buClr>
                <a:schemeClr val="accent2"/>
              </a:buClr>
              <a:buSzPts val="6000"/>
              <a:buNone/>
              <a:defRPr>
                <a:solidFill>
                  <a:schemeClr val="accent2"/>
                </a:solidFill>
              </a:defRPr>
            </a:lvl9pPr>
          </a:lstStyle>
          <a:p/>
        </p:txBody>
      </p:sp>
      <p:sp>
        <p:nvSpPr>
          <p:cNvPr id="157" name="Google Shape;157;p22"/>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8" name="Google Shape;158;p22"/>
          <p:cNvSpPr txBox="1"/>
          <p:nvPr>
            <p:ph idx="9"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2">
  <p:cSld name="CUSTOM_19_1">
    <p:spTree>
      <p:nvGrpSpPr>
        <p:cNvPr id="159" name="Shape 159"/>
        <p:cNvGrpSpPr/>
        <p:nvPr/>
      </p:nvGrpSpPr>
      <p:grpSpPr>
        <a:xfrm>
          <a:off x="0" y="0"/>
          <a:ext cx="0" cy="0"/>
          <a:chOff x="0" y="0"/>
          <a:chExt cx="0" cy="0"/>
        </a:xfrm>
      </p:grpSpPr>
      <p:sp>
        <p:nvSpPr>
          <p:cNvPr id="160" name="Google Shape;160;p23"/>
          <p:cNvSpPr txBox="1"/>
          <p:nvPr>
            <p:ph idx="1" type="subTitle"/>
          </p:nvPr>
        </p:nvSpPr>
        <p:spPr>
          <a:xfrm rot="-5400000">
            <a:off x="-769750" y="1196075"/>
            <a:ext cx="3913200" cy="1903500"/>
          </a:xfrm>
          <a:prstGeom prst="rect">
            <a:avLst/>
          </a:prstGeom>
        </p:spPr>
        <p:txBody>
          <a:bodyPr anchorCtr="0" anchor="ctr" bIns="91425" lIns="91425" spcFirstLastPara="1" rIns="91425" wrap="square" tIns="91425">
            <a:normAutofit/>
          </a:bodyPr>
          <a:lstStyle>
            <a:lvl1pPr lvl="0">
              <a:lnSpc>
                <a:spcPct val="80000"/>
              </a:lnSpc>
              <a:spcBef>
                <a:spcPts val="0"/>
              </a:spcBef>
              <a:spcAft>
                <a:spcPts val="0"/>
              </a:spcAft>
              <a:buClr>
                <a:schemeClr val="accent2"/>
              </a:buClr>
              <a:buSzPts val="9600"/>
              <a:buFont typeface="IBM Plex Mono ExtraLight"/>
              <a:buNone/>
              <a:defRPr sz="9600">
                <a:solidFill>
                  <a:schemeClr val="accent2"/>
                </a:solidFill>
                <a:latin typeface="IBM Plex Mono ExtraLight"/>
                <a:ea typeface="IBM Plex Mono ExtraLight"/>
                <a:cs typeface="IBM Plex Mono ExtraLight"/>
                <a:sym typeface="IBM Plex Mono ExtraLight"/>
              </a:defRPr>
            </a:lvl1pPr>
            <a:lvl2pPr lvl="1">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2pPr>
            <a:lvl3pPr lvl="2">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3pPr>
            <a:lvl4pPr lvl="3">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4pPr>
            <a:lvl5pPr lvl="4">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5pPr>
            <a:lvl6pPr lvl="5">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6pPr>
            <a:lvl7pPr lvl="6">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7pPr>
            <a:lvl8pPr lvl="7">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8pPr>
            <a:lvl9pPr lvl="8">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9pPr>
          </a:lstStyle>
          <a:p/>
        </p:txBody>
      </p:sp>
      <p:cxnSp>
        <p:nvCxnSpPr>
          <p:cNvPr id="161" name="Google Shape;161;p23"/>
          <p:cNvCxnSpPr/>
          <p:nvPr/>
        </p:nvCxnSpPr>
        <p:spPr>
          <a:xfrm>
            <a:off x="2123311" y="177511"/>
            <a:ext cx="0" cy="4794300"/>
          </a:xfrm>
          <a:prstGeom prst="straightConnector1">
            <a:avLst/>
          </a:prstGeom>
          <a:noFill/>
          <a:ln cap="flat" cmpd="sng" w="19050">
            <a:solidFill>
              <a:schemeClr val="accent4"/>
            </a:solidFill>
            <a:prstDash val="solid"/>
            <a:round/>
            <a:headEnd len="med" w="med" type="none"/>
            <a:tailEnd len="med" w="med" type="none"/>
          </a:ln>
        </p:spPr>
      </p:cxnSp>
      <p:sp>
        <p:nvSpPr>
          <p:cNvPr id="162" name="Google Shape;162;p23"/>
          <p:cNvSpPr txBox="1"/>
          <p:nvPr>
            <p:ph idx="2" type="body"/>
          </p:nvPr>
        </p:nvSpPr>
        <p:spPr>
          <a:xfrm>
            <a:off x="2611399" y="7106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63" name="Google Shape;163;p23"/>
          <p:cNvSpPr txBox="1"/>
          <p:nvPr>
            <p:ph idx="3" type="subTitle"/>
          </p:nvPr>
        </p:nvSpPr>
        <p:spPr>
          <a:xfrm>
            <a:off x="2523500" y="1256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4" name="Google Shape;164;p23"/>
          <p:cNvSpPr txBox="1"/>
          <p:nvPr>
            <p:ph idx="4" type="body"/>
          </p:nvPr>
        </p:nvSpPr>
        <p:spPr>
          <a:xfrm>
            <a:off x="2611399" y="22962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65" name="Google Shape;165;p23"/>
          <p:cNvSpPr txBox="1"/>
          <p:nvPr>
            <p:ph idx="5" type="subTitle"/>
          </p:nvPr>
        </p:nvSpPr>
        <p:spPr>
          <a:xfrm>
            <a:off x="2523500" y="171125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6" name="Google Shape;166;p23"/>
          <p:cNvSpPr txBox="1"/>
          <p:nvPr>
            <p:ph idx="6" type="body"/>
          </p:nvPr>
        </p:nvSpPr>
        <p:spPr>
          <a:xfrm>
            <a:off x="2611399" y="3927500"/>
            <a:ext cx="1493100" cy="9693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67" name="Google Shape;167;p23"/>
          <p:cNvSpPr txBox="1"/>
          <p:nvPr>
            <p:ph idx="7" type="subTitle"/>
          </p:nvPr>
        </p:nvSpPr>
        <p:spPr>
          <a:xfrm>
            <a:off x="2523500" y="33425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8" name="Google Shape;168;p23"/>
          <p:cNvSpPr/>
          <p:nvPr>
            <p:ph idx="8" type="pic"/>
          </p:nvPr>
        </p:nvSpPr>
        <p:spPr>
          <a:xfrm>
            <a:off x="4182350" y="359550"/>
            <a:ext cx="1162800" cy="1162800"/>
          </a:xfrm>
          <a:prstGeom prst="ellipse">
            <a:avLst/>
          </a:prstGeom>
          <a:noFill/>
          <a:ln>
            <a:noFill/>
          </a:ln>
        </p:spPr>
      </p:sp>
      <p:sp>
        <p:nvSpPr>
          <p:cNvPr id="169" name="Google Shape;169;p23"/>
          <p:cNvSpPr/>
          <p:nvPr>
            <p:ph idx="9" type="pic"/>
          </p:nvPr>
        </p:nvSpPr>
        <p:spPr>
          <a:xfrm>
            <a:off x="4182350" y="1990350"/>
            <a:ext cx="1162800" cy="1162800"/>
          </a:xfrm>
          <a:prstGeom prst="ellipse">
            <a:avLst/>
          </a:prstGeom>
          <a:noFill/>
          <a:ln>
            <a:noFill/>
          </a:ln>
        </p:spPr>
      </p:sp>
      <p:sp>
        <p:nvSpPr>
          <p:cNvPr id="170" name="Google Shape;170;p23"/>
          <p:cNvSpPr/>
          <p:nvPr>
            <p:ph idx="13" type="pic"/>
          </p:nvPr>
        </p:nvSpPr>
        <p:spPr>
          <a:xfrm>
            <a:off x="4182350" y="3595100"/>
            <a:ext cx="1162800" cy="1162800"/>
          </a:xfrm>
          <a:prstGeom prst="ellipse">
            <a:avLst/>
          </a:prstGeom>
          <a:noFill/>
          <a:ln>
            <a:noFill/>
          </a:ln>
        </p:spPr>
      </p:sp>
      <p:sp>
        <p:nvSpPr>
          <p:cNvPr id="171" name="Google Shape;171;p23"/>
          <p:cNvSpPr txBox="1"/>
          <p:nvPr>
            <p:ph idx="14" type="body"/>
          </p:nvPr>
        </p:nvSpPr>
        <p:spPr>
          <a:xfrm>
            <a:off x="5956724" y="7106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2" name="Google Shape;172;p23"/>
          <p:cNvSpPr txBox="1"/>
          <p:nvPr>
            <p:ph idx="15" type="subTitle"/>
          </p:nvPr>
        </p:nvSpPr>
        <p:spPr>
          <a:xfrm>
            <a:off x="5868825" y="1256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3" name="Google Shape;173;p23"/>
          <p:cNvSpPr txBox="1"/>
          <p:nvPr>
            <p:ph idx="16" type="body"/>
          </p:nvPr>
        </p:nvSpPr>
        <p:spPr>
          <a:xfrm>
            <a:off x="5956724" y="22962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4" name="Google Shape;174;p23"/>
          <p:cNvSpPr txBox="1"/>
          <p:nvPr>
            <p:ph idx="17" type="subTitle"/>
          </p:nvPr>
        </p:nvSpPr>
        <p:spPr>
          <a:xfrm>
            <a:off x="5868825" y="171125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5" name="Google Shape;175;p23"/>
          <p:cNvSpPr txBox="1"/>
          <p:nvPr>
            <p:ph idx="18" type="body"/>
          </p:nvPr>
        </p:nvSpPr>
        <p:spPr>
          <a:xfrm>
            <a:off x="5956724" y="39275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6" name="Google Shape;176;p23"/>
          <p:cNvSpPr txBox="1"/>
          <p:nvPr>
            <p:ph idx="19" type="subTitle"/>
          </p:nvPr>
        </p:nvSpPr>
        <p:spPr>
          <a:xfrm>
            <a:off x="5868825" y="33425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7" name="Google Shape;177;p23"/>
          <p:cNvSpPr/>
          <p:nvPr>
            <p:ph idx="20" type="pic"/>
          </p:nvPr>
        </p:nvSpPr>
        <p:spPr>
          <a:xfrm>
            <a:off x="7527675" y="359550"/>
            <a:ext cx="1162800" cy="1162800"/>
          </a:xfrm>
          <a:prstGeom prst="ellipse">
            <a:avLst/>
          </a:prstGeom>
          <a:noFill/>
          <a:ln>
            <a:noFill/>
          </a:ln>
        </p:spPr>
      </p:sp>
      <p:sp>
        <p:nvSpPr>
          <p:cNvPr id="178" name="Google Shape;178;p23"/>
          <p:cNvSpPr/>
          <p:nvPr>
            <p:ph idx="21" type="pic"/>
          </p:nvPr>
        </p:nvSpPr>
        <p:spPr>
          <a:xfrm>
            <a:off x="7527675" y="1990350"/>
            <a:ext cx="1162800" cy="1162800"/>
          </a:xfrm>
          <a:prstGeom prst="ellipse">
            <a:avLst/>
          </a:prstGeom>
          <a:noFill/>
          <a:ln>
            <a:noFill/>
          </a:ln>
        </p:spPr>
      </p:sp>
      <p:sp>
        <p:nvSpPr>
          <p:cNvPr id="179" name="Google Shape;179;p23"/>
          <p:cNvSpPr/>
          <p:nvPr>
            <p:ph idx="22" type="pic"/>
          </p:nvPr>
        </p:nvSpPr>
        <p:spPr>
          <a:xfrm>
            <a:off x="7527675" y="3595100"/>
            <a:ext cx="1162800" cy="1162800"/>
          </a:xfrm>
          <a:prstGeom prst="ellipse">
            <a:avLst/>
          </a:prstGeom>
          <a:noFill/>
          <a:ln>
            <a:noFill/>
          </a:ln>
        </p:spPr>
      </p:sp>
      <p:sp>
        <p:nvSpPr>
          <p:cNvPr id="180" name="Google Shape;180;p23"/>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1" name="Google Shape;181;p23"/>
          <p:cNvSpPr txBox="1"/>
          <p:nvPr>
            <p:ph idx="23"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3">
  <p:cSld name="CUSTOM_19_1_1">
    <p:spTree>
      <p:nvGrpSpPr>
        <p:cNvPr id="182" name="Shape 182"/>
        <p:cNvGrpSpPr/>
        <p:nvPr/>
      </p:nvGrpSpPr>
      <p:grpSpPr>
        <a:xfrm>
          <a:off x="0" y="0"/>
          <a:ext cx="0" cy="0"/>
          <a:chOff x="0" y="0"/>
          <a:chExt cx="0" cy="0"/>
        </a:xfrm>
      </p:grpSpPr>
      <p:sp>
        <p:nvSpPr>
          <p:cNvPr id="183" name="Google Shape;183;p24"/>
          <p:cNvSpPr txBox="1"/>
          <p:nvPr>
            <p:ph idx="1" type="body"/>
          </p:nvPr>
        </p:nvSpPr>
        <p:spPr>
          <a:xfrm>
            <a:off x="129999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84" name="Google Shape;184;p24"/>
          <p:cNvSpPr txBox="1"/>
          <p:nvPr>
            <p:ph idx="2" type="subTitle"/>
          </p:nvPr>
        </p:nvSpPr>
        <p:spPr>
          <a:xfrm>
            <a:off x="38047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5" name="Google Shape;185;p24"/>
          <p:cNvSpPr txBox="1"/>
          <p:nvPr>
            <p:ph idx="3" type="subTitle"/>
          </p:nvPr>
        </p:nvSpPr>
        <p:spPr>
          <a:xfrm>
            <a:off x="157397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6" name="Google Shape;186;p24"/>
          <p:cNvSpPr txBox="1"/>
          <p:nvPr>
            <p:ph idx="4" type="body"/>
          </p:nvPr>
        </p:nvSpPr>
        <p:spPr>
          <a:xfrm>
            <a:off x="19999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87" name="Google Shape;187;p24"/>
          <p:cNvSpPr txBox="1"/>
          <p:nvPr>
            <p:ph idx="5" type="body"/>
          </p:nvPr>
        </p:nvSpPr>
        <p:spPr>
          <a:xfrm>
            <a:off x="1299999" y="3098025"/>
            <a:ext cx="1493100" cy="9693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88" name="Google Shape;188;p24"/>
          <p:cNvSpPr txBox="1"/>
          <p:nvPr>
            <p:ph idx="6" type="subTitle"/>
          </p:nvPr>
        </p:nvSpPr>
        <p:spPr>
          <a:xfrm>
            <a:off x="38047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9" name="Google Shape;189;p24"/>
          <p:cNvSpPr txBox="1"/>
          <p:nvPr>
            <p:ph idx="7" type="body"/>
          </p:nvPr>
        </p:nvSpPr>
        <p:spPr>
          <a:xfrm>
            <a:off x="441414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0" name="Google Shape;190;p24"/>
          <p:cNvSpPr txBox="1"/>
          <p:nvPr>
            <p:ph idx="8" type="subTitle"/>
          </p:nvPr>
        </p:nvSpPr>
        <p:spPr>
          <a:xfrm>
            <a:off x="349462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1" name="Google Shape;191;p24"/>
          <p:cNvSpPr txBox="1"/>
          <p:nvPr>
            <p:ph idx="9" type="subTitle"/>
          </p:nvPr>
        </p:nvSpPr>
        <p:spPr>
          <a:xfrm>
            <a:off x="468812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2" name="Google Shape;192;p24"/>
          <p:cNvSpPr txBox="1"/>
          <p:nvPr>
            <p:ph idx="13" type="body"/>
          </p:nvPr>
        </p:nvSpPr>
        <p:spPr>
          <a:xfrm>
            <a:off x="331414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3" name="Google Shape;193;p24"/>
          <p:cNvSpPr txBox="1"/>
          <p:nvPr>
            <p:ph idx="14" type="body"/>
          </p:nvPr>
        </p:nvSpPr>
        <p:spPr>
          <a:xfrm>
            <a:off x="4414149" y="3098025"/>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4" name="Google Shape;194;p24"/>
          <p:cNvSpPr txBox="1"/>
          <p:nvPr>
            <p:ph idx="15" type="subTitle"/>
          </p:nvPr>
        </p:nvSpPr>
        <p:spPr>
          <a:xfrm>
            <a:off x="349462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5" name="Google Shape;195;p24"/>
          <p:cNvSpPr txBox="1"/>
          <p:nvPr>
            <p:ph idx="16" type="body"/>
          </p:nvPr>
        </p:nvSpPr>
        <p:spPr>
          <a:xfrm>
            <a:off x="734494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6" name="Google Shape;196;p24"/>
          <p:cNvSpPr txBox="1"/>
          <p:nvPr>
            <p:ph idx="17" type="subTitle"/>
          </p:nvPr>
        </p:nvSpPr>
        <p:spPr>
          <a:xfrm>
            <a:off x="642542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7" name="Google Shape;197;p24"/>
          <p:cNvSpPr txBox="1"/>
          <p:nvPr>
            <p:ph idx="18" type="subTitle"/>
          </p:nvPr>
        </p:nvSpPr>
        <p:spPr>
          <a:xfrm>
            <a:off x="761892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8" name="Google Shape;198;p24"/>
          <p:cNvSpPr txBox="1"/>
          <p:nvPr>
            <p:ph idx="19" type="body"/>
          </p:nvPr>
        </p:nvSpPr>
        <p:spPr>
          <a:xfrm>
            <a:off x="624494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9" name="Google Shape;199;p24"/>
          <p:cNvSpPr txBox="1"/>
          <p:nvPr>
            <p:ph idx="20" type="body"/>
          </p:nvPr>
        </p:nvSpPr>
        <p:spPr>
          <a:xfrm>
            <a:off x="7344949" y="3098025"/>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00" name="Google Shape;200;p24"/>
          <p:cNvSpPr txBox="1"/>
          <p:nvPr>
            <p:ph idx="21" type="subTitle"/>
          </p:nvPr>
        </p:nvSpPr>
        <p:spPr>
          <a:xfrm>
            <a:off x="642542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201" name="Google Shape;201;p24"/>
          <p:cNvSpPr txBox="1"/>
          <p:nvPr>
            <p:ph idx="22" type="subTitle"/>
          </p:nvPr>
        </p:nvSpPr>
        <p:spPr>
          <a:xfrm>
            <a:off x="4550625" y="4114925"/>
            <a:ext cx="4467600" cy="8061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Clr>
                <a:schemeClr val="accent2"/>
              </a:buClr>
              <a:buSzPts val="3600"/>
              <a:buNone/>
              <a:defRPr>
                <a:solidFill>
                  <a:schemeClr val="accent2"/>
                </a:solidFill>
              </a:defRPr>
            </a:lvl1pPr>
            <a:lvl2pPr lvl="1" algn="r">
              <a:spcBef>
                <a:spcPts val="0"/>
              </a:spcBef>
              <a:spcAft>
                <a:spcPts val="0"/>
              </a:spcAft>
              <a:buClr>
                <a:schemeClr val="accent2"/>
              </a:buClr>
              <a:buSzPts val="3600"/>
              <a:buNone/>
              <a:defRPr>
                <a:solidFill>
                  <a:schemeClr val="accent2"/>
                </a:solidFill>
              </a:defRPr>
            </a:lvl2pPr>
            <a:lvl3pPr lvl="2" algn="r">
              <a:spcBef>
                <a:spcPts val="0"/>
              </a:spcBef>
              <a:spcAft>
                <a:spcPts val="0"/>
              </a:spcAft>
              <a:buClr>
                <a:schemeClr val="accent2"/>
              </a:buClr>
              <a:buSzPts val="3600"/>
              <a:buNone/>
              <a:defRPr>
                <a:solidFill>
                  <a:schemeClr val="accent2"/>
                </a:solidFill>
              </a:defRPr>
            </a:lvl3pPr>
            <a:lvl4pPr lvl="3" algn="r">
              <a:spcBef>
                <a:spcPts val="0"/>
              </a:spcBef>
              <a:spcAft>
                <a:spcPts val="0"/>
              </a:spcAft>
              <a:buClr>
                <a:schemeClr val="accent2"/>
              </a:buClr>
              <a:buSzPts val="3600"/>
              <a:buNone/>
              <a:defRPr>
                <a:solidFill>
                  <a:schemeClr val="accent2"/>
                </a:solidFill>
              </a:defRPr>
            </a:lvl4pPr>
            <a:lvl5pPr lvl="4" algn="r">
              <a:spcBef>
                <a:spcPts val="0"/>
              </a:spcBef>
              <a:spcAft>
                <a:spcPts val="0"/>
              </a:spcAft>
              <a:buClr>
                <a:schemeClr val="accent2"/>
              </a:buClr>
              <a:buSzPts val="3600"/>
              <a:buNone/>
              <a:defRPr>
                <a:solidFill>
                  <a:schemeClr val="accent2"/>
                </a:solidFill>
              </a:defRPr>
            </a:lvl5pPr>
            <a:lvl6pPr lvl="5" algn="r">
              <a:spcBef>
                <a:spcPts val="0"/>
              </a:spcBef>
              <a:spcAft>
                <a:spcPts val="0"/>
              </a:spcAft>
              <a:buClr>
                <a:schemeClr val="accent2"/>
              </a:buClr>
              <a:buSzPts val="3600"/>
              <a:buNone/>
              <a:defRPr>
                <a:solidFill>
                  <a:schemeClr val="accent2"/>
                </a:solidFill>
              </a:defRPr>
            </a:lvl6pPr>
            <a:lvl7pPr lvl="6" algn="r">
              <a:spcBef>
                <a:spcPts val="0"/>
              </a:spcBef>
              <a:spcAft>
                <a:spcPts val="0"/>
              </a:spcAft>
              <a:buClr>
                <a:schemeClr val="accent2"/>
              </a:buClr>
              <a:buSzPts val="3600"/>
              <a:buNone/>
              <a:defRPr>
                <a:solidFill>
                  <a:schemeClr val="accent2"/>
                </a:solidFill>
              </a:defRPr>
            </a:lvl7pPr>
            <a:lvl8pPr lvl="7" algn="r">
              <a:spcBef>
                <a:spcPts val="0"/>
              </a:spcBef>
              <a:spcAft>
                <a:spcPts val="0"/>
              </a:spcAft>
              <a:buClr>
                <a:schemeClr val="accent2"/>
              </a:buClr>
              <a:buSzPts val="3600"/>
              <a:buNone/>
              <a:defRPr>
                <a:solidFill>
                  <a:schemeClr val="accent2"/>
                </a:solidFill>
              </a:defRPr>
            </a:lvl8pPr>
            <a:lvl9pPr lvl="8" algn="r">
              <a:spcBef>
                <a:spcPts val="0"/>
              </a:spcBef>
              <a:spcAft>
                <a:spcPts val="0"/>
              </a:spcAft>
              <a:buClr>
                <a:schemeClr val="accent2"/>
              </a:buClr>
              <a:buSzPts val="3600"/>
              <a:buNone/>
              <a:defRPr>
                <a:solidFill>
                  <a:schemeClr val="accent2"/>
                </a:solidFill>
              </a:defRPr>
            </a:lvl9pPr>
          </a:lstStyle>
          <a:p/>
        </p:txBody>
      </p:sp>
      <p:sp>
        <p:nvSpPr>
          <p:cNvPr id="202" name="Google Shape;202;p24"/>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24"/>
          <p:cNvSpPr txBox="1"/>
          <p:nvPr>
            <p:ph idx="23"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4">
  <p:cSld name="CUSTOM_22">
    <p:spTree>
      <p:nvGrpSpPr>
        <p:cNvPr id="204" name="Shape 204"/>
        <p:cNvGrpSpPr/>
        <p:nvPr/>
      </p:nvGrpSpPr>
      <p:grpSpPr>
        <a:xfrm>
          <a:off x="0" y="0"/>
          <a:ext cx="0" cy="0"/>
          <a:chOff x="0" y="0"/>
          <a:chExt cx="0" cy="0"/>
        </a:xfrm>
      </p:grpSpPr>
      <p:sp>
        <p:nvSpPr>
          <p:cNvPr id="205" name="Google Shape;205;p25"/>
          <p:cNvSpPr txBox="1"/>
          <p:nvPr>
            <p:ph idx="1" type="body"/>
          </p:nvPr>
        </p:nvSpPr>
        <p:spPr>
          <a:xfrm>
            <a:off x="1431675"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06" name="Google Shape;206;p25"/>
          <p:cNvSpPr txBox="1"/>
          <p:nvPr>
            <p:ph idx="2" type="subTitle"/>
          </p:nvPr>
        </p:nvSpPr>
        <p:spPr>
          <a:xfrm>
            <a:off x="1343775"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07" name="Google Shape;207;p25"/>
          <p:cNvSpPr/>
          <p:nvPr>
            <p:ph idx="3" type="pic"/>
          </p:nvPr>
        </p:nvSpPr>
        <p:spPr>
          <a:xfrm>
            <a:off x="470775" y="462800"/>
            <a:ext cx="798000" cy="798000"/>
          </a:xfrm>
          <a:prstGeom prst="ellipse">
            <a:avLst/>
          </a:prstGeom>
          <a:noFill/>
          <a:ln>
            <a:noFill/>
          </a:ln>
        </p:spPr>
      </p:sp>
      <p:sp>
        <p:nvSpPr>
          <p:cNvPr id="208" name="Google Shape;208;p25"/>
          <p:cNvSpPr/>
          <p:nvPr>
            <p:ph idx="4" type="pic"/>
          </p:nvPr>
        </p:nvSpPr>
        <p:spPr>
          <a:xfrm>
            <a:off x="2118300" y="1666800"/>
            <a:ext cx="798000" cy="798000"/>
          </a:xfrm>
          <a:prstGeom prst="ellipse">
            <a:avLst/>
          </a:prstGeom>
          <a:noFill/>
          <a:ln>
            <a:noFill/>
          </a:ln>
        </p:spPr>
      </p:sp>
      <p:sp>
        <p:nvSpPr>
          <p:cNvPr id="209" name="Google Shape;209;p25"/>
          <p:cNvSpPr txBox="1"/>
          <p:nvPr>
            <p:ph idx="5" type="body"/>
          </p:nvPr>
        </p:nvSpPr>
        <p:spPr>
          <a:xfrm>
            <a:off x="345800"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0" name="Google Shape;210;p25"/>
          <p:cNvSpPr txBox="1"/>
          <p:nvPr>
            <p:ph idx="6" type="subTitle"/>
          </p:nvPr>
        </p:nvSpPr>
        <p:spPr>
          <a:xfrm>
            <a:off x="334100"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1" name="Google Shape;211;p25"/>
          <p:cNvSpPr txBox="1"/>
          <p:nvPr>
            <p:ph idx="7" type="body"/>
          </p:nvPr>
        </p:nvSpPr>
        <p:spPr>
          <a:xfrm>
            <a:off x="1431675" y="3291100"/>
            <a:ext cx="1493100" cy="7221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12" name="Google Shape;212;p25"/>
          <p:cNvSpPr txBox="1"/>
          <p:nvPr>
            <p:ph idx="8" type="subTitle"/>
          </p:nvPr>
        </p:nvSpPr>
        <p:spPr>
          <a:xfrm>
            <a:off x="1343775"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3" name="Google Shape;213;p25"/>
          <p:cNvSpPr/>
          <p:nvPr>
            <p:ph idx="9" type="pic"/>
          </p:nvPr>
        </p:nvSpPr>
        <p:spPr>
          <a:xfrm>
            <a:off x="470775" y="2992725"/>
            <a:ext cx="798000" cy="798000"/>
          </a:xfrm>
          <a:prstGeom prst="ellipse">
            <a:avLst/>
          </a:prstGeom>
          <a:noFill/>
          <a:ln>
            <a:noFill/>
          </a:ln>
        </p:spPr>
      </p:sp>
      <p:sp>
        <p:nvSpPr>
          <p:cNvPr id="214" name="Google Shape;214;p25"/>
          <p:cNvSpPr txBox="1"/>
          <p:nvPr>
            <p:ph idx="13" type="body"/>
          </p:nvPr>
        </p:nvSpPr>
        <p:spPr>
          <a:xfrm>
            <a:off x="4337900"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5" name="Google Shape;215;p25"/>
          <p:cNvSpPr txBox="1"/>
          <p:nvPr>
            <p:ph idx="14" type="subTitle"/>
          </p:nvPr>
        </p:nvSpPr>
        <p:spPr>
          <a:xfrm>
            <a:off x="4250000"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6" name="Google Shape;216;p25"/>
          <p:cNvSpPr/>
          <p:nvPr>
            <p:ph idx="15" type="pic"/>
          </p:nvPr>
        </p:nvSpPr>
        <p:spPr>
          <a:xfrm>
            <a:off x="3377000" y="462800"/>
            <a:ext cx="798000" cy="798000"/>
          </a:xfrm>
          <a:prstGeom prst="ellipse">
            <a:avLst/>
          </a:prstGeom>
          <a:noFill/>
          <a:ln>
            <a:noFill/>
          </a:ln>
        </p:spPr>
      </p:sp>
      <p:sp>
        <p:nvSpPr>
          <p:cNvPr id="217" name="Google Shape;217;p25"/>
          <p:cNvSpPr/>
          <p:nvPr>
            <p:ph idx="16" type="pic"/>
          </p:nvPr>
        </p:nvSpPr>
        <p:spPr>
          <a:xfrm>
            <a:off x="5024525" y="1666800"/>
            <a:ext cx="798000" cy="798000"/>
          </a:xfrm>
          <a:prstGeom prst="ellipse">
            <a:avLst/>
          </a:prstGeom>
          <a:noFill/>
          <a:ln>
            <a:noFill/>
          </a:ln>
        </p:spPr>
      </p:sp>
      <p:sp>
        <p:nvSpPr>
          <p:cNvPr id="218" name="Google Shape;218;p25"/>
          <p:cNvSpPr txBox="1"/>
          <p:nvPr>
            <p:ph idx="17" type="body"/>
          </p:nvPr>
        </p:nvSpPr>
        <p:spPr>
          <a:xfrm>
            <a:off x="3252025"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9" name="Google Shape;219;p25"/>
          <p:cNvSpPr txBox="1"/>
          <p:nvPr>
            <p:ph idx="18" type="subTitle"/>
          </p:nvPr>
        </p:nvSpPr>
        <p:spPr>
          <a:xfrm>
            <a:off x="3240325"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0" name="Google Shape;220;p25"/>
          <p:cNvSpPr txBox="1"/>
          <p:nvPr>
            <p:ph idx="19" type="body"/>
          </p:nvPr>
        </p:nvSpPr>
        <p:spPr>
          <a:xfrm>
            <a:off x="4337900" y="3291100"/>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1" name="Google Shape;221;p25"/>
          <p:cNvSpPr txBox="1"/>
          <p:nvPr>
            <p:ph idx="20" type="subTitle"/>
          </p:nvPr>
        </p:nvSpPr>
        <p:spPr>
          <a:xfrm>
            <a:off x="4250000"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2" name="Google Shape;222;p25"/>
          <p:cNvSpPr/>
          <p:nvPr>
            <p:ph idx="21" type="pic"/>
          </p:nvPr>
        </p:nvSpPr>
        <p:spPr>
          <a:xfrm>
            <a:off x="3377000" y="2992725"/>
            <a:ext cx="798000" cy="798000"/>
          </a:xfrm>
          <a:prstGeom prst="ellipse">
            <a:avLst/>
          </a:prstGeom>
          <a:noFill/>
          <a:ln>
            <a:noFill/>
          </a:ln>
        </p:spPr>
      </p:sp>
      <p:sp>
        <p:nvSpPr>
          <p:cNvPr id="223" name="Google Shape;223;p25"/>
          <p:cNvSpPr txBox="1"/>
          <p:nvPr>
            <p:ph idx="22" type="body"/>
          </p:nvPr>
        </p:nvSpPr>
        <p:spPr>
          <a:xfrm>
            <a:off x="7324400"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4" name="Google Shape;224;p25"/>
          <p:cNvSpPr txBox="1"/>
          <p:nvPr>
            <p:ph idx="23" type="subTitle"/>
          </p:nvPr>
        </p:nvSpPr>
        <p:spPr>
          <a:xfrm>
            <a:off x="7236500"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5" name="Google Shape;225;p25"/>
          <p:cNvSpPr/>
          <p:nvPr>
            <p:ph idx="24" type="pic"/>
          </p:nvPr>
        </p:nvSpPr>
        <p:spPr>
          <a:xfrm>
            <a:off x="6363500" y="462800"/>
            <a:ext cx="798000" cy="798000"/>
          </a:xfrm>
          <a:prstGeom prst="ellipse">
            <a:avLst/>
          </a:prstGeom>
          <a:noFill/>
          <a:ln>
            <a:noFill/>
          </a:ln>
        </p:spPr>
      </p:sp>
      <p:sp>
        <p:nvSpPr>
          <p:cNvPr id="226" name="Google Shape;226;p25"/>
          <p:cNvSpPr/>
          <p:nvPr>
            <p:ph idx="25" type="pic"/>
          </p:nvPr>
        </p:nvSpPr>
        <p:spPr>
          <a:xfrm>
            <a:off x="8011025" y="1666800"/>
            <a:ext cx="798000" cy="798000"/>
          </a:xfrm>
          <a:prstGeom prst="ellipse">
            <a:avLst/>
          </a:prstGeom>
          <a:noFill/>
          <a:ln>
            <a:noFill/>
          </a:ln>
        </p:spPr>
      </p:sp>
      <p:sp>
        <p:nvSpPr>
          <p:cNvPr id="227" name="Google Shape;227;p25"/>
          <p:cNvSpPr txBox="1"/>
          <p:nvPr>
            <p:ph idx="26" type="body"/>
          </p:nvPr>
        </p:nvSpPr>
        <p:spPr>
          <a:xfrm>
            <a:off x="6238525"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8" name="Google Shape;228;p25"/>
          <p:cNvSpPr txBox="1"/>
          <p:nvPr>
            <p:ph idx="27" type="subTitle"/>
          </p:nvPr>
        </p:nvSpPr>
        <p:spPr>
          <a:xfrm>
            <a:off x="6226825"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9" name="Google Shape;229;p25"/>
          <p:cNvSpPr txBox="1"/>
          <p:nvPr>
            <p:ph idx="28" type="body"/>
          </p:nvPr>
        </p:nvSpPr>
        <p:spPr>
          <a:xfrm>
            <a:off x="7324400" y="3291100"/>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30" name="Google Shape;230;p25"/>
          <p:cNvSpPr txBox="1"/>
          <p:nvPr>
            <p:ph idx="29" type="subTitle"/>
          </p:nvPr>
        </p:nvSpPr>
        <p:spPr>
          <a:xfrm>
            <a:off x="7236500"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31" name="Google Shape;231;p25"/>
          <p:cNvSpPr/>
          <p:nvPr>
            <p:ph idx="30" type="pic"/>
          </p:nvPr>
        </p:nvSpPr>
        <p:spPr>
          <a:xfrm>
            <a:off x="6363500" y="2992725"/>
            <a:ext cx="798000" cy="798000"/>
          </a:xfrm>
          <a:prstGeom prst="ellipse">
            <a:avLst/>
          </a:prstGeom>
          <a:noFill/>
          <a:ln>
            <a:noFill/>
          </a:ln>
        </p:spPr>
      </p:sp>
      <p:sp>
        <p:nvSpPr>
          <p:cNvPr id="232" name="Google Shape;232;p25"/>
          <p:cNvSpPr txBox="1"/>
          <p:nvPr>
            <p:ph idx="31" type="subTitle"/>
          </p:nvPr>
        </p:nvSpPr>
        <p:spPr>
          <a:xfrm>
            <a:off x="5235850" y="4114925"/>
            <a:ext cx="3782400" cy="8061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Clr>
                <a:schemeClr val="accent2"/>
              </a:buClr>
              <a:buSzPts val="3600"/>
              <a:buNone/>
              <a:defRPr>
                <a:solidFill>
                  <a:schemeClr val="accent2"/>
                </a:solidFill>
              </a:defRPr>
            </a:lvl1pPr>
            <a:lvl2pPr lvl="1" algn="r">
              <a:spcBef>
                <a:spcPts val="0"/>
              </a:spcBef>
              <a:spcAft>
                <a:spcPts val="0"/>
              </a:spcAft>
              <a:buClr>
                <a:schemeClr val="accent2"/>
              </a:buClr>
              <a:buSzPts val="3600"/>
              <a:buNone/>
              <a:defRPr>
                <a:solidFill>
                  <a:schemeClr val="accent2"/>
                </a:solidFill>
              </a:defRPr>
            </a:lvl2pPr>
            <a:lvl3pPr lvl="2" algn="r">
              <a:spcBef>
                <a:spcPts val="0"/>
              </a:spcBef>
              <a:spcAft>
                <a:spcPts val="0"/>
              </a:spcAft>
              <a:buClr>
                <a:schemeClr val="accent2"/>
              </a:buClr>
              <a:buSzPts val="3600"/>
              <a:buNone/>
              <a:defRPr>
                <a:solidFill>
                  <a:schemeClr val="accent2"/>
                </a:solidFill>
              </a:defRPr>
            </a:lvl3pPr>
            <a:lvl4pPr lvl="3" algn="r">
              <a:spcBef>
                <a:spcPts val="0"/>
              </a:spcBef>
              <a:spcAft>
                <a:spcPts val="0"/>
              </a:spcAft>
              <a:buClr>
                <a:schemeClr val="accent2"/>
              </a:buClr>
              <a:buSzPts val="3600"/>
              <a:buNone/>
              <a:defRPr>
                <a:solidFill>
                  <a:schemeClr val="accent2"/>
                </a:solidFill>
              </a:defRPr>
            </a:lvl4pPr>
            <a:lvl5pPr lvl="4" algn="r">
              <a:spcBef>
                <a:spcPts val="0"/>
              </a:spcBef>
              <a:spcAft>
                <a:spcPts val="0"/>
              </a:spcAft>
              <a:buClr>
                <a:schemeClr val="accent2"/>
              </a:buClr>
              <a:buSzPts val="3600"/>
              <a:buNone/>
              <a:defRPr>
                <a:solidFill>
                  <a:schemeClr val="accent2"/>
                </a:solidFill>
              </a:defRPr>
            </a:lvl5pPr>
            <a:lvl6pPr lvl="5" algn="r">
              <a:spcBef>
                <a:spcPts val="0"/>
              </a:spcBef>
              <a:spcAft>
                <a:spcPts val="0"/>
              </a:spcAft>
              <a:buClr>
                <a:schemeClr val="accent2"/>
              </a:buClr>
              <a:buSzPts val="3600"/>
              <a:buNone/>
              <a:defRPr>
                <a:solidFill>
                  <a:schemeClr val="accent2"/>
                </a:solidFill>
              </a:defRPr>
            </a:lvl6pPr>
            <a:lvl7pPr lvl="6" algn="r">
              <a:spcBef>
                <a:spcPts val="0"/>
              </a:spcBef>
              <a:spcAft>
                <a:spcPts val="0"/>
              </a:spcAft>
              <a:buClr>
                <a:schemeClr val="accent2"/>
              </a:buClr>
              <a:buSzPts val="3600"/>
              <a:buNone/>
              <a:defRPr>
                <a:solidFill>
                  <a:schemeClr val="accent2"/>
                </a:solidFill>
              </a:defRPr>
            </a:lvl7pPr>
            <a:lvl8pPr lvl="7" algn="r">
              <a:spcBef>
                <a:spcPts val="0"/>
              </a:spcBef>
              <a:spcAft>
                <a:spcPts val="0"/>
              </a:spcAft>
              <a:buClr>
                <a:schemeClr val="accent2"/>
              </a:buClr>
              <a:buSzPts val="3600"/>
              <a:buNone/>
              <a:defRPr>
                <a:solidFill>
                  <a:schemeClr val="accent2"/>
                </a:solidFill>
              </a:defRPr>
            </a:lvl8pPr>
            <a:lvl9pPr lvl="8" algn="r">
              <a:spcBef>
                <a:spcPts val="0"/>
              </a:spcBef>
              <a:spcAft>
                <a:spcPts val="0"/>
              </a:spcAft>
              <a:buClr>
                <a:schemeClr val="accent2"/>
              </a:buClr>
              <a:buSzPts val="3600"/>
              <a:buNone/>
              <a:defRPr>
                <a:solidFill>
                  <a:schemeClr val="accent2"/>
                </a:solidFill>
              </a:defRPr>
            </a:lvl9pPr>
          </a:lstStyle>
          <a:p/>
        </p:txBody>
      </p:sp>
      <p:sp>
        <p:nvSpPr>
          <p:cNvPr id="233" name="Google Shape;233;p25"/>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25"/>
          <p:cNvSpPr txBox="1"/>
          <p:nvPr>
            <p:ph idx="32"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5a">
  <p:cSld name="CUSTOM_23">
    <p:spTree>
      <p:nvGrpSpPr>
        <p:cNvPr id="235" name="Shape 235"/>
        <p:cNvGrpSpPr/>
        <p:nvPr/>
      </p:nvGrpSpPr>
      <p:grpSpPr>
        <a:xfrm>
          <a:off x="0" y="0"/>
          <a:ext cx="0" cy="0"/>
          <a:chOff x="0" y="0"/>
          <a:chExt cx="0" cy="0"/>
        </a:xfrm>
      </p:grpSpPr>
      <p:sp>
        <p:nvSpPr>
          <p:cNvPr id="236" name="Google Shape;236;p26"/>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237" name="Google Shape;237;p2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 name="Google Shape;238;p2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 name="Google Shape;239;p2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0" name="Google Shape;240;p26"/>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1" name="Google Shape;241;p2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 name="Google Shape;242;p2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3" name="Google Shape;243;p26"/>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4" name="Google Shape;244;p2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5" name="Google Shape;245;p2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6" name="Google Shape;246;p2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7" name="Google Shape;247;p2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8" name="Google Shape;248;p2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9" name="Google Shape;249;p26"/>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0" name="Google Shape;250;p26"/>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1" name="Google Shape;251;p26"/>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2" name="Google Shape;252;p26"/>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3" name="Google Shape;253;p26"/>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4" name="Google Shape;254;p26"/>
          <p:cNvSpPr txBox="1"/>
          <p:nvPr>
            <p:ph idx="1" type="subTitle"/>
          </p:nvPr>
        </p:nvSpPr>
        <p:spPr>
          <a:xfrm>
            <a:off x="167075" y="5325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255" name="Google Shape;255;p26"/>
          <p:cNvSpPr txBox="1"/>
          <p:nvPr>
            <p:ph type="title"/>
          </p:nvPr>
        </p:nvSpPr>
        <p:spPr>
          <a:xfrm>
            <a:off x="125700" y="826000"/>
            <a:ext cx="2516400" cy="1524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256" name="Google Shape;256;p26"/>
          <p:cNvSpPr/>
          <p:nvPr>
            <p:ph idx="2" type="pic"/>
          </p:nvPr>
        </p:nvSpPr>
        <p:spPr>
          <a:xfrm>
            <a:off x="3017300" y="586450"/>
            <a:ext cx="2439000" cy="1429500"/>
          </a:xfrm>
          <a:prstGeom prst="roundRect">
            <a:avLst>
              <a:gd fmla="val 10672" name="adj"/>
            </a:avLst>
          </a:prstGeom>
          <a:noFill/>
          <a:ln>
            <a:noFill/>
          </a:ln>
        </p:spPr>
      </p:sp>
      <p:sp>
        <p:nvSpPr>
          <p:cNvPr id="257" name="Google Shape;257;p26"/>
          <p:cNvSpPr/>
          <p:nvPr>
            <p:ph idx="3" type="pic"/>
          </p:nvPr>
        </p:nvSpPr>
        <p:spPr>
          <a:xfrm>
            <a:off x="6205700" y="586450"/>
            <a:ext cx="2439000" cy="1429500"/>
          </a:xfrm>
          <a:prstGeom prst="roundRect">
            <a:avLst>
              <a:gd fmla="val 10672" name="adj"/>
            </a:avLst>
          </a:prstGeom>
          <a:noFill/>
          <a:ln>
            <a:noFill/>
          </a:ln>
        </p:spPr>
      </p:sp>
      <p:sp>
        <p:nvSpPr>
          <p:cNvPr id="258" name="Google Shape;258;p26"/>
          <p:cNvSpPr txBox="1"/>
          <p:nvPr>
            <p:ph idx="4" type="body"/>
          </p:nvPr>
        </p:nvSpPr>
        <p:spPr>
          <a:xfrm>
            <a:off x="3105200" y="250630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59" name="Google Shape;259;p26"/>
          <p:cNvSpPr txBox="1"/>
          <p:nvPr>
            <p:ph idx="5" type="subTitle"/>
          </p:nvPr>
        </p:nvSpPr>
        <p:spPr>
          <a:xfrm>
            <a:off x="30173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0" name="Google Shape;260;p26"/>
          <p:cNvSpPr txBox="1"/>
          <p:nvPr>
            <p:ph idx="6" type="body"/>
          </p:nvPr>
        </p:nvSpPr>
        <p:spPr>
          <a:xfrm>
            <a:off x="3105200" y="378995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61" name="Google Shape;261;p26"/>
          <p:cNvSpPr txBox="1"/>
          <p:nvPr>
            <p:ph idx="7" type="subTitle"/>
          </p:nvPr>
        </p:nvSpPr>
        <p:spPr>
          <a:xfrm>
            <a:off x="30173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2" name="Google Shape;262;p26"/>
          <p:cNvSpPr txBox="1"/>
          <p:nvPr>
            <p:ph idx="8" type="body"/>
          </p:nvPr>
        </p:nvSpPr>
        <p:spPr>
          <a:xfrm>
            <a:off x="6293600" y="2506300"/>
            <a:ext cx="2173800" cy="7761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63" name="Google Shape;263;p26"/>
          <p:cNvSpPr txBox="1"/>
          <p:nvPr>
            <p:ph idx="9" type="subTitle"/>
          </p:nvPr>
        </p:nvSpPr>
        <p:spPr>
          <a:xfrm>
            <a:off x="62057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4" name="Google Shape;264;p26"/>
          <p:cNvSpPr txBox="1"/>
          <p:nvPr>
            <p:ph idx="13" type="body"/>
          </p:nvPr>
        </p:nvSpPr>
        <p:spPr>
          <a:xfrm>
            <a:off x="6293600" y="378995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65" name="Google Shape;265;p26"/>
          <p:cNvSpPr txBox="1"/>
          <p:nvPr>
            <p:ph idx="14" type="subTitle"/>
          </p:nvPr>
        </p:nvSpPr>
        <p:spPr>
          <a:xfrm>
            <a:off x="62057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6" name="Google Shape;266;p26"/>
          <p:cNvSpPr txBox="1"/>
          <p:nvPr>
            <p:ph idx="15"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26"/>
          <p:cNvSpPr txBox="1"/>
          <p:nvPr>
            <p:ph idx="16"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5b">
  <p:cSld name="CUSTOM_23_1">
    <p:spTree>
      <p:nvGrpSpPr>
        <p:cNvPr id="268" name="Shape 268"/>
        <p:cNvGrpSpPr/>
        <p:nvPr/>
      </p:nvGrpSpPr>
      <p:grpSpPr>
        <a:xfrm>
          <a:off x="0" y="0"/>
          <a:ext cx="0" cy="0"/>
          <a:chOff x="0" y="0"/>
          <a:chExt cx="0" cy="0"/>
        </a:xfrm>
      </p:grpSpPr>
      <p:sp>
        <p:nvSpPr>
          <p:cNvPr id="269" name="Google Shape;269;p27"/>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270" name="Google Shape;270;p27"/>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1" name="Google Shape;271;p27"/>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2" name="Google Shape;272;p27"/>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3" name="Google Shape;273;p27"/>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4" name="Google Shape;274;p27"/>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5" name="Google Shape;275;p27"/>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6" name="Google Shape;276;p27"/>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7" name="Google Shape;277;p27"/>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8" name="Google Shape;278;p27"/>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9" name="Google Shape;279;p27"/>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0" name="Google Shape;280;p27"/>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1" name="Google Shape;281;p27"/>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2" name="Google Shape;282;p27"/>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3" name="Google Shape;283;p27"/>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4" name="Google Shape;284;p27"/>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5" name="Google Shape;285;p27"/>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6" name="Google Shape;286;p27"/>
          <p:cNvSpPr txBox="1"/>
          <p:nvPr>
            <p:ph idx="1" type="subTitle"/>
          </p:nvPr>
        </p:nvSpPr>
        <p:spPr>
          <a:xfrm>
            <a:off x="167075" y="5325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287" name="Google Shape;287;p27"/>
          <p:cNvSpPr txBox="1"/>
          <p:nvPr>
            <p:ph type="title"/>
          </p:nvPr>
        </p:nvSpPr>
        <p:spPr>
          <a:xfrm>
            <a:off x="125700" y="826000"/>
            <a:ext cx="2516400" cy="1524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288" name="Google Shape;288;p27"/>
          <p:cNvSpPr/>
          <p:nvPr>
            <p:ph idx="2" type="pic"/>
          </p:nvPr>
        </p:nvSpPr>
        <p:spPr>
          <a:xfrm>
            <a:off x="6205700" y="586450"/>
            <a:ext cx="2439000" cy="1429500"/>
          </a:xfrm>
          <a:prstGeom prst="roundRect">
            <a:avLst>
              <a:gd fmla="val 10672" name="adj"/>
            </a:avLst>
          </a:prstGeom>
          <a:noFill/>
          <a:ln>
            <a:noFill/>
          </a:ln>
        </p:spPr>
      </p:sp>
      <p:sp>
        <p:nvSpPr>
          <p:cNvPr id="289" name="Google Shape;289;p27"/>
          <p:cNvSpPr txBox="1"/>
          <p:nvPr>
            <p:ph idx="3" type="body"/>
          </p:nvPr>
        </p:nvSpPr>
        <p:spPr>
          <a:xfrm>
            <a:off x="6293600" y="2506300"/>
            <a:ext cx="2173800" cy="7788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90" name="Google Shape;290;p27"/>
          <p:cNvSpPr txBox="1"/>
          <p:nvPr>
            <p:ph idx="4" type="subTitle"/>
          </p:nvPr>
        </p:nvSpPr>
        <p:spPr>
          <a:xfrm>
            <a:off x="62057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91" name="Google Shape;291;p27"/>
          <p:cNvSpPr txBox="1"/>
          <p:nvPr>
            <p:ph idx="5" type="body"/>
          </p:nvPr>
        </p:nvSpPr>
        <p:spPr>
          <a:xfrm>
            <a:off x="6293600" y="3789950"/>
            <a:ext cx="2173800" cy="7788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92" name="Google Shape;292;p27"/>
          <p:cNvSpPr txBox="1"/>
          <p:nvPr>
            <p:ph idx="6" type="subTitle"/>
          </p:nvPr>
        </p:nvSpPr>
        <p:spPr>
          <a:xfrm>
            <a:off x="62057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93" name="Google Shape;293;p27"/>
          <p:cNvSpPr txBox="1"/>
          <p:nvPr>
            <p:ph idx="7"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4" name="Google Shape;294;p27"/>
          <p:cNvSpPr txBox="1"/>
          <p:nvPr>
            <p:ph idx="8"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Serve">
  <p:cSld name="CUSTOM_20">
    <p:spTree>
      <p:nvGrpSpPr>
        <p:cNvPr id="295" name="Shape 295"/>
        <p:cNvGrpSpPr/>
        <p:nvPr/>
      </p:nvGrpSpPr>
      <p:grpSpPr>
        <a:xfrm>
          <a:off x="0" y="0"/>
          <a:ext cx="0" cy="0"/>
          <a:chOff x="0" y="0"/>
          <a:chExt cx="0" cy="0"/>
        </a:xfrm>
      </p:grpSpPr>
      <p:sp>
        <p:nvSpPr>
          <p:cNvPr id="296" name="Google Shape;296;p28"/>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7" name="Google Shape;297;p2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8" name="Google Shape;298;p2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9" name="Google Shape;299;p2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0" name="Google Shape;300;p28"/>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1" name="Google Shape;301;p2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2" name="Google Shape;302;p2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3" name="Google Shape;303;p28"/>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4" name="Google Shape;304;p2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5" name="Google Shape;305;p28"/>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6" name="Google Shape;306;p28"/>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7" name="Google Shape;307;p28"/>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8" name="Google Shape;308;p28"/>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9" name="Google Shape;309;p28"/>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0" name="Google Shape;310;p2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1" name="Google Shape;311;p2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2" name="Google Shape;312;p2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3" name="Google Shape;313;p2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4" name="Google Shape;314;p28"/>
          <p:cNvSpPr/>
          <p:nvPr/>
        </p:nvSpPr>
        <p:spPr>
          <a:xfrm>
            <a:off x="326134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5" name="Google Shape;315;p28"/>
          <p:cNvSpPr/>
          <p:nvPr/>
        </p:nvSpPr>
        <p:spPr>
          <a:xfrm>
            <a:off x="609600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6" name="Google Shape;316;p28"/>
          <p:cNvSpPr/>
          <p:nvPr/>
        </p:nvSpPr>
        <p:spPr>
          <a:xfrm>
            <a:off x="426698"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7" name="Google Shape;317;p28"/>
          <p:cNvSpPr txBox="1"/>
          <p:nvPr>
            <p:ph idx="1" type="body"/>
          </p:nvPr>
        </p:nvSpPr>
        <p:spPr>
          <a:xfrm>
            <a:off x="632900" y="1708100"/>
            <a:ext cx="2173800" cy="8649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8" name="Google Shape;318;p28"/>
          <p:cNvSpPr/>
          <p:nvPr>
            <p:ph idx="2" type="pic"/>
          </p:nvPr>
        </p:nvSpPr>
        <p:spPr>
          <a:xfrm>
            <a:off x="613100" y="498175"/>
            <a:ext cx="2213400" cy="1133700"/>
          </a:xfrm>
          <a:prstGeom prst="roundRect">
            <a:avLst>
              <a:gd fmla="val 10672" name="adj"/>
            </a:avLst>
          </a:prstGeom>
          <a:noFill/>
          <a:ln>
            <a:noFill/>
          </a:ln>
        </p:spPr>
      </p:sp>
      <p:sp>
        <p:nvSpPr>
          <p:cNvPr id="319" name="Google Shape;319;p28"/>
          <p:cNvSpPr/>
          <p:nvPr>
            <p:ph idx="3" type="pic"/>
          </p:nvPr>
        </p:nvSpPr>
        <p:spPr>
          <a:xfrm>
            <a:off x="3465350" y="498175"/>
            <a:ext cx="2213400" cy="1133700"/>
          </a:xfrm>
          <a:prstGeom prst="roundRect">
            <a:avLst>
              <a:gd fmla="val 10672" name="adj"/>
            </a:avLst>
          </a:prstGeom>
          <a:noFill/>
          <a:ln>
            <a:noFill/>
          </a:ln>
        </p:spPr>
      </p:sp>
      <p:sp>
        <p:nvSpPr>
          <p:cNvPr id="320" name="Google Shape;320;p28"/>
          <p:cNvSpPr/>
          <p:nvPr>
            <p:ph idx="4" type="pic"/>
          </p:nvPr>
        </p:nvSpPr>
        <p:spPr>
          <a:xfrm>
            <a:off x="6300000" y="498175"/>
            <a:ext cx="2213400" cy="1133700"/>
          </a:xfrm>
          <a:prstGeom prst="roundRect">
            <a:avLst>
              <a:gd fmla="val 10672" name="adj"/>
            </a:avLst>
          </a:prstGeom>
          <a:noFill/>
          <a:ln>
            <a:noFill/>
          </a:ln>
        </p:spPr>
      </p:sp>
      <p:sp>
        <p:nvSpPr>
          <p:cNvPr id="321" name="Google Shape;321;p28"/>
          <p:cNvSpPr txBox="1"/>
          <p:nvPr>
            <p:ph idx="5" type="body"/>
          </p:nvPr>
        </p:nvSpPr>
        <p:spPr>
          <a:xfrm>
            <a:off x="3474200" y="1708100"/>
            <a:ext cx="2173800" cy="8649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22" name="Google Shape;322;p28"/>
          <p:cNvSpPr txBox="1"/>
          <p:nvPr>
            <p:ph idx="6" type="body"/>
          </p:nvPr>
        </p:nvSpPr>
        <p:spPr>
          <a:xfrm>
            <a:off x="6315500" y="1708100"/>
            <a:ext cx="2173800" cy="8649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23" name="Google Shape;323;p28"/>
          <p:cNvSpPr txBox="1"/>
          <p:nvPr>
            <p:ph idx="7" type="body"/>
          </p:nvPr>
        </p:nvSpPr>
        <p:spPr>
          <a:xfrm>
            <a:off x="4236800" y="4155575"/>
            <a:ext cx="4565700" cy="637500"/>
          </a:xfrm>
          <a:prstGeom prst="rect">
            <a:avLst/>
          </a:prstGeom>
          <a:noFill/>
          <a:ln>
            <a:noFill/>
          </a:ln>
        </p:spPr>
        <p:txBody>
          <a:bodyPr anchorCtr="0" anchor="ctr" bIns="0" lIns="0" spcFirstLastPara="1" rIns="0" wrap="square" tIns="91425">
            <a:noAutofit/>
          </a:bodyPr>
          <a:lstStyle>
            <a:lvl1pPr indent="-292100" lvl="0" marL="4572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1pPr>
            <a:lvl2pPr indent="-292100" lvl="1" marL="9144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2pPr>
            <a:lvl3pPr indent="-292100" lvl="2" marL="13716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3pPr>
            <a:lvl4pPr indent="-292100" lvl="3" marL="18288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4pPr>
            <a:lvl5pPr indent="-292100" lvl="4" marL="22860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5pPr>
            <a:lvl6pPr indent="-292100" lvl="5" marL="27432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6pPr>
            <a:lvl7pPr indent="-292100" lvl="6" marL="32004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7pPr>
            <a:lvl8pPr indent="-292100" lvl="7" marL="36576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8pPr>
            <a:lvl9pPr indent="-292100" lvl="8" marL="41148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9pPr>
          </a:lstStyle>
          <a:p/>
        </p:txBody>
      </p:sp>
      <p:sp>
        <p:nvSpPr>
          <p:cNvPr id="324" name="Google Shape;324;p28"/>
          <p:cNvSpPr txBox="1"/>
          <p:nvPr>
            <p:ph idx="8" type="subTitle"/>
          </p:nvPr>
        </p:nvSpPr>
        <p:spPr>
          <a:xfrm>
            <a:off x="314425" y="4041875"/>
            <a:ext cx="1782600" cy="864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4"/>
              </a:buClr>
              <a:buSzPts val="3000"/>
              <a:buNone/>
              <a:defRPr sz="3000">
                <a:solidFill>
                  <a:schemeClr val="accent4"/>
                </a:solidFill>
              </a:defRPr>
            </a:lvl1pPr>
            <a:lvl2pPr lvl="1">
              <a:spcBef>
                <a:spcPts val="0"/>
              </a:spcBef>
              <a:spcAft>
                <a:spcPts val="0"/>
              </a:spcAft>
              <a:buClr>
                <a:schemeClr val="accent4"/>
              </a:buClr>
              <a:buSzPts val="3000"/>
              <a:buNone/>
              <a:defRPr sz="3000">
                <a:solidFill>
                  <a:schemeClr val="accent4"/>
                </a:solidFill>
              </a:defRPr>
            </a:lvl2pPr>
            <a:lvl3pPr lvl="2">
              <a:spcBef>
                <a:spcPts val="0"/>
              </a:spcBef>
              <a:spcAft>
                <a:spcPts val="0"/>
              </a:spcAft>
              <a:buClr>
                <a:schemeClr val="accent4"/>
              </a:buClr>
              <a:buSzPts val="3000"/>
              <a:buNone/>
              <a:defRPr sz="3000">
                <a:solidFill>
                  <a:schemeClr val="accent4"/>
                </a:solidFill>
              </a:defRPr>
            </a:lvl3pPr>
            <a:lvl4pPr lvl="3">
              <a:spcBef>
                <a:spcPts val="0"/>
              </a:spcBef>
              <a:spcAft>
                <a:spcPts val="0"/>
              </a:spcAft>
              <a:buClr>
                <a:schemeClr val="accent4"/>
              </a:buClr>
              <a:buSzPts val="3000"/>
              <a:buNone/>
              <a:defRPr sz="3000">
                <a:solidFill>
                  <a:schemeClr val="accent4"/>
                </a:solidFill>
              </a:defRPr>
            </a:lvl4pPr>
            <a:lvl5pPr lvl="4">
              <a:spcBef>
                <a:spcPts val="0"/>
              </a:spcBef>
              <a:spcAft>
                <a:spcPts val="0"/>
              </a:spcAft>
              <a:buClr>
                <a:schemeClr val="accent4"/>
              </a:buClr>
              <a:buSzPts val="3000"/>
              <a:buNone/>
              <a:defRPr sz="3000">
                <a:solidFill>
                  <a:schemeClr val="accent4"/>
                </a:solidFill>
              </a:defRPr>
            </a:lvl5pPr>
            <a:lvl6pPr lvl="5">
              <a:spcBef>
                <a:spcPts val="0"/>
              </a:spcBef>
              <a:spcAft>
                <a:spcPts val="0"/>
              </a:spcAft>
              <a:buClr>
                <a:schemeClr val="accent4"/>
              </a:buClr>
              <a:buSzPts val="3000"/>
              <a:buNone/>
              <a:defRPr sz="3000">
                <a:solidFill>
                  <a:schemeClr val="accent4"/>
                </a:solidFill>
              </a:defRPr>
            </a:lvl6pPr>
            <a:lvl7pPr lvl="6">
              <a:spcBef>
                <a:spcPts val="0"/>
              </a:spcBef>
              <a:spcAft>
                <a:spcPts val="0"/>
              </a:spcAft>
              <a:buClr>
                <a:schemeClr val="accent4"/>
              </a:buClr>
              <a:buSzPts val="3000"/>
              <a:buNone/>
              <a:defRPr sz="3000">
                <a:solidFill>
                  <a:schemeClr val="accent4"/>
                </a:solidFill>
              </a:defRPr>
            </a:lvl7pPr>
            <a:lvl8pPr lvl="7">
              <a:spcBef>
                <a:spcPts val="0"/>
              </a:spcBef>
              <a:spcAft>
                <a:spcPts val="0"/>
              </a:spcAft>
              <a:buClr>
                <a:schemeClr val="accent4"/>
              </a:buClr>
              <a:buSzPts val="3000"/>
              <a:buNone/>
              <a:defRPr sz="3000">
                <a:solidFill>
                  <a:schemeClr val="accent4"/>
                </a:solidFill>
              </a:defRPr>
            </a:lvl8pPr>
            <a:lvl9pPr lvl="8">
              <a:spcBef>
                <a:spcPts val="0"/>
              </a:spcBef>
              <a:spcAft>
                <a:spcPts val="0"/>
              </a:spcAft>
              <a:buClr>
                <a:schemeClr val="accent4"/>
              </a:buClr>
              <a:buSzPts val="3000"/>
              <a:buNone/>
              <a:defRPr sz="3000">
                <a:solidFill>
                  <a:schemeClr val="accent4"/>
                </a:solidFill>
              </a:defRPr>
            </a:lvl9pPr>
          </a:lstStyle>
          <a:p/>
        </p:txBody>
      </p:sp>
      <p:sp>
        <p:nvSpPr>
          <p:cNvPr id="325" name="Google Shape;325;p28"/>
          <p:cNvSpPr txBox="1"/>
          <p:nvPr>
            <p:ph type="title"/>
          </p:nvPr>
        </p:nvSpPr>
        <p:spPr>
          <a:xfrm>
            <a:off x="1762426" y="3904925"/>
            <a:ext cx="3015600" cy="113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326" name="Google Shape;326;p28"/>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27" name="Google Shape;327;p28"/>
          <p:cNvSpPr txBox="1"/>
          <p:nvPr>
            <p:ph idx="9"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mentary Food and Dishes">
  <p:cSld name="CUSTOM_21">
    <p:spTree>
      <p:nvGrpSpPr>
        <p:cNvPr id="328" name="Shape 328"/>
        <p:cNvGrpSpPr/>
        <p:nvPr/>
      </p:nvGrpSpPr>
      <p:grpSpPr>
        <a:xfrm>
          <a:off x="0" y="0"/>
          <a:ext cx="0" cy="0"/>
          <a:chOff x="0" y="0"/>
          <a:chExt cx="0" cy="0"/>
        </a:xfrm>
      </p:grpSpPr>
      <p:sp>
        <p:nvSpPr>
          <p:cNvPr id="329" name="Google Shape;329;p29"/>
          <p:cNvSpPr txBox="1"/>
          <p:nvPr>
            <p:ph idx="1" type="body"/>
          </p:nvPr>
        </p:nvSpPr>
        <p:spPr>
          <a:xfrm>
            <a:off x="453500" y="2578725"/>
            <a:ext cx="2532600" cy="2191800"/>
          </a:xfrm>
          <a:prstGeom prst="rect">
            <a:avLst/>
          </a:prstGeom>
          <a:noFill/>
          <a:ln>
            <a:noFill/>
          </a:ln>
        </p:spPr>
        <p:txBody>
          <a:bodyPr anchorCtr="0" anchor="b" bIns="0" lIns="0" spcFirstLastPara="1" rIns="0" wrap="square" tIns="91425">
            <a:no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330" name="Google Shape;330;p29"/>
          <p:cNvSpPr txBox="1"/>
          <p:nvPr>
            <p:ph type="title"/>
          </p:nvPr>
        </p:nvSpPr>
        <p:spPr>
          <a:xfrm>
            <a:off x="314425" y="314675"/>
            <a:ext cx="5066100" cy="1578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sp>
        <p:nvSpPr>
          <p:cNvPr id="331" name="Google Shape;331;p29"/>
          <p:cNvSpPr/>
          <p:nvPr>
            <p:ph idx="2" type="pic"/>
          </p:nvPr>
        </p:nvSpPr>
        <p:spPr>
          <a:xfrm>
            <a:off x="6361100" y="314675"/>
            <a:ext cx="2532600" cy="1297200"/>
          </a:xfrm>
          <a:prstGeom prst="roundRect">
            <a:avLst>
              <a:gd fmla="val 10672" name="adj"/>
            </a:avLst>
          </a:prstGeom>
          <a:noFill/>
          <a:ln>
            <a:noFill/>
          </a:ln>
        </p:spPr>
      </p:sp>
      <p:sp>
        <p:nvSpPr>
          <p:cNvPr id="332" name="Google Shape;332;p29"/>
          <p:cNvSpPr/>
          <p:nvPr>
            <p:ph idx="3" type="pic"/>
          </p:nvPr>
        </p:nvSpPr>
        <p:spPr>
          <a:xfrm>
            <a:off x="6361100" y="1841538"/>
            <a:ext cx="2532600" cy="1297200"/>
          </a:xfrm>
          <a:prstGeom prst="roundRect">
            <a:avLst>
              <a:gd fmla="val 10672" name="adj"/>
            </a:avLst>
          </a:prstGeom>
          <a:noFill/>
          <a:ln>
            <a:noFill/>
          </a:ln>
        </p:spPr>
      </p:sp>
      <p:sp>
        <p:nvSpPr>
          <p:cNvPr id="333" name="Google Shape;333;p29"/>
          <p:cNvSpPr/>
          <p:nvPr>
            <p:ph idx="4" type="pic"/>
          </p:nvPr>
        </p:nvSpPr>
        <p:spPr>
          <a:xfrm>
            <a:off x="6361100" y="3368413"/>
            <a:ext cx="2532600" cy="1297200"/>
          </a:xfrm>
          <a:prstGeom prst="roundRect">
            <a:avLst>
              <a:gd fmla="val 10672" name="adj"/>
            </a:avLst>
          </a:prstGeom>
          <a:noFill/>
          <a:ln>
            <a:noFill/>
          </a:ln>
        </p:spPr>
      </p:sp>
      <p:sp>
        <p:nvSpPr>
          <p:cNvPr id="334" name="Google Shape;334;p29"/>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29"/>
          <p:cNvSpPr txBox="1"/>
          <p:nvPr>
            <p:ph idx="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mories">
  <p:cSld name="CUSTOM_21_1">
    <p:spTree>
      <p:nvGrpSpPr>
        <p:cNvPr id="336" name="Shape 336"/>
        <p:cNvGrpSpPr/>
        <p:nvPr/>
      </p:nvGrpSpPr>
      <p:grpSpPr>
        <a:xfrm>
          <a:off x="0" y="0"/>
          <a:ext cx="0" cy="0"/>
          <a:chOff x="0" y="0"/>
          <a:chExt cx="0" cy="0"/>
        </a:xfrm>
      </p:grpSpPr>
      <p:sp>
        <p:nvSpPr>
          <p:cNvPr id="337" name="Google Shape;337;p30"/>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8" name="Google Shape;338;p30"/>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9" name="Google Shape;339;p30"/>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0" name="Google Shape;340;p30"/>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1" name="Google Shape;341;p30"/>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2" name="Google Shape;342;p30"/>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3" name="Google Shape;343;p30"/>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4" name="Google Shape;344;p30"/>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5" name="Google Shape;345;p30"/>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6" name="Google Shape;346;p3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7" name="Google Shape;347;p30"/>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8" name="Google Shape;348;p3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9" name="Google Shape;349;p30"/>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0" name="Google Shape;350;p30"/>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1" name="Google Shape;351;p30"/>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2" name="Google Shape;352;p30"/>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3" name="Google Shape;353;p30"/>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4" name="Google Shape;354;p30"/>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5" name="Google Shape;355;p30"/>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6" name="Google Shape;356;p30"/>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7" name="Google Shape;357;p30"/>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8" name="Google Shape;358;p30"/>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9" name="Google Shape;359;p30"/>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0" name="Google Shape;360;p30"/>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1" name="Google Shape;361;p30"/>
          <p:cNvSpPr txBox="1"/>
          <p:nvPr>
            <p:ph type="title"/>
          </p:nvPr>
        </p:nvSpPr>
        <p:spPr>
          <a:xfrm>
            <a:off x="314425" y="314675"/>
            <a:ext cx="7740900" cy="7542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5"/>
              </a:buClr>
              <a:buSzPts val="6000"/>
              <a:buFont typeface="Caveat"/>
              <a:buNone/>
              <a:defRPr>
                <a:solidFill>
                  <a:schemeClr val="accent5"/>
                </a:solidFill>
              </a:defRPr>
            </a:lvl1pPr>
            <a:lvl2pPr lvl="1">
              <a:spcBef>
                <a:spcPts val="0"/>
              </a:spcBef>
              <a:spcAft>
                <a:spcPts val="0"/>
              </a:spcAft>
              <a:buClr>
                <a:schemeClr val="accent5"/>
              </a:buClr>
              <a:buSzPts val="6000"/>
              <a:buFont typeface="Caveat"/>
              <a:buNone/>
              <a:defRPr>
                <a:solidFill>
                  <a:schemeClr val="accent5"/>
                </a:solidFill>
              </a:defRPr>
            </a:lvl2pPr>
            <a:lvl3pPr lvl="2">
              <a:spcBef>
                <a:spcPts val="0"/>
              </a:spcBef>
              <a:spcAft>
                <a:spcPts val="0"/>
              </a:spcAft>
              <a:buClr>
                <a:schemeClr val="accent5"/>
              </a:buClr>
              <a:buSzPts val="6000"/>
              <a:buFont typeface="Caveat"/>
              <a:buNone/>
              <a:defRPr>
                <a:solidFill>
                  <a:schemeClr val="accent5"/>
                </a:solidFill>
              </a:defRPr>
            </a:lvl3pPr>
            <a:lvl4pPr lvl="3">
              <a:spcBef>
                <a:spcPts val="0"/>
              </a:spcBef>
              <a:spcAft>
                <a:spcPts val="0"/>
              </a:spcAft>
              <a:buClr>
                <a:schemeClr val="accent5"/>
              </a:buClr>
              <a:buSzPts val="6000"/>
              <a:buFont typeface="Caveat"/>
              <a:buNone/>
              <a:defRPr>
                <a:solidFill>
                  <a:schemeClr val="accent5"/>
                </a:solidFill>
              </a:defRPr>
            </a:lvl4pPr>
            <a:lvl5pPr lvl="4">
              <a:spcBef>
                <a:spcPts val="0"/>
              </a:spcBef>
              <a:spcAft>
                <a:spcPts val="0"/>
              </a:spcAft>
              <a:buClr>
                <a:schemeClr val="accent5"/>
              </a:buClr>
              <a:buSzPts val="6000"/>
              <a:buFont typeface="Caveat"/>
              <a:buNone/>
              <a:defRPr>
                <a:solidFill>
                  <a:schemeClr val="accent5"/>
                </a:solidFill>
              </a:defRPr>
            </a:lvl5pPr>
            <a:lvl6pPr lvl="5">
              <a:spcBef>
                <a:spcPts val="0"/>
              </a:spcBef>
              <a:spcAft>
                <a:spcPts val="0"/>
              </a:spcAft>
              <a:buClr>
                <a:schemeClr val="accent5"/>
              </a:buClr>
              <a:buSzPts val="6000"/>
              <a:buFont typeface="Caveat"/>
              <a:buNone/>
              <a:defRPr>
                <a:solidFill>
                  <a:schemeClr val="accent5"/>
                </a:solidFill>
              </a:defRPr>
            </a:lvl6pPr>
            <a:lvl7pPr lvl="6">
              <a:spcBef>
                <a:spcPts val="0"/>
              </a:spcBef>
              <a:spcAft>
                <a:spcPts val="0"/>
              </a:spcAft>
              <a:buClr>
                <a:schemeClr val="accent5"/>
              </a:buClr>
              <a:buSzPts val="6000"/>
              <a:buFont typeface="Caveat"/>
              <a:buNone/>
              <a:defRPr>
                <a:solidFill>
                  <a:schemeClr val="accent5"/>
                </a:solidFill>
              </a:defRPr>
            </a:lvl7pPr>
            <a:lvl8pPr lvl="7">
              <a:spcBef>
                <a:spcPts val="0"/>
              </a:spcBef>
              <a:spcAft>
                <a:spcPts val="0"/>
              </a:spcAft>
              <a:buClr>
                <a:schemeClr val="accent5"/>
              </a:buClr>
              <a:buSzPts val="6000"/>
              <a:buFont typeface="Caveat"/>
              <a:buNone/>
              <a:defRPr>
                <a:solidFill>
                  <a:schemeClr val="accent5"/>
                </a:solidFill>
              </a:defRPr>
            </a:lvl8pPr>
            <a:lvl9pPr lvl="8">
              <a:spcBef>
                <a:spcPts val="0"/>
              </a:spcBef>
              <a:spcAft>
                <a:spcPts val="0"/>
              </a:spcAft>
              <a:buClr>
                <a:schemeClr val="accent5"/>
              </a:buClr>
              <a:buSzPts val="6000"/>
              <a:buFont typeface="Caveat"/>
              <a:buNone/>
              <a:defRPr>
                <a:solidFill>
                  <a:schemeClr val="accent5"/>
                </a:solidFill>
              </a:defRPr>
            </a:lvl9pPr>
          </a:lstStyle>
          <a:p/>
        </p:txBody>
      </p:sp>
      <p:sp>
        <p:nvSpPr>
          <p:cNvPr id="362" name="Google Shape;362;p30"/>
          <p:cNvSpPr/>
          <p:nvPr>
            <p:ph idx="2" type="pic"/>
          </p:nvPr>
        </p:nvSpPr>
        <p:spPr>
          <a:xfrm>
            <a:off x="250400" y="1334825"/>
            <a:ext cx="2532600" cy="1297200"/>
          </a:xfrm>
          <a:prstGeom prst="roundRect">
            <a:avLst>
              <a:gd fmla="val 10672" name="adj"/>
            </a:avLst>
          </a:prstGeom>
          <a:noFill/>
          <a:ln>
            <a:noFill/>
          </a:ln>
        </p:spPr>
      </p:sp>
      <p:sp>
        <p:nvSpPr>
          <p:cNvPr id="363" name="Google Shape;363;p30"/>
          <p:cNvSpPr/>
          <p:nvPr>
            <p:ph idx="3" type="pic"/>
          </p:nvPr>
        </p:nvSpPr>
        <p:spPr>
          <a:xfrm>
            <a:off x="3314000" y="1334825"/>
            <a:ext cx="2532600" cy="1297200"/>
          </a:xfrm>
          <a:prstGeom prst="roundRect">
            <a:avLst>
              <a:gd fmla="val 10672" name="adj"/>
            </a:avLst>
          </a:prstGeom>
          <a:noFill/>
          <a:ln>
            <a:noFill/>
          </a:ln>
        </p:spPr>
      </p:sp>
      <p:sp>
        <p:nvSpPr>
          <p:cNvPr id="364" name="Google Shape;364;p30"/>
          <p:cNvSpPr/>
          <p:nvPr>
            <p:ph idx="4" type="pic"/>
          </p:nvPr>
        </p:nvSpPr>
        <p:spPr>
          <a:xfrm>
            <a:off x="6370250" y="1334825"/>
            <a:ext cx="2532600" cy="1297200"/>
          </a:xfrm>
          <a:prstGeom prst="roundRect">
            <a:avLst>
              <a:gd fmla="val 10672" name="adj"/>
            </a:avLst>
          </a:prstGeom>
          <a:noFill/>
          <a:ln>
            <a:noFill/>
          </a:ln>
        </p:spPr>
      </p:sp>
      <p:sp>
        <p:nvSpPr>
          <p:cNvPr id="365" name="Google Shape;365;p30"/>
          <p:cNvSpPr/>
          <p:nvPr>
            <p:ph idx="5" type="pic"/>
          </p:nvPr>
        </p:nvSpPr>
        <p:spPr>
          <a:xfrm>
            <a:off x="250400" y="3179750"/>
            <a:ext cx="2532600" cy="1297200"/>
          </a:xfrm>
          <a:prstGeom prst="roundRect">
            <a:avLst>
              <a:gd fmla="val 10672" name="adj"/>
            </a:avLst>
          </a:prstGeom>
          <a:noFill/>
          <a:ln>
            <a:noFill/>
          </a:ln>
        </p:spPr>
      </p:sp>
      <p:sp>
        <p:nvSpPr>
          <p:cNvPr id="366" name="Google Shape;366;p30"/>
          <p:cNvSpPr/>
          <p:nvPr>
            <p:ph idx="6" type="pic"/>
          </p:nvPr>
        </p:nvSpPr>
        <p:spPr>
          <a:xfrm>
            <a:off x="3314000" y="3179750"/>
            <a:ext cx="2532600" cy="1297200"/>
          </a:xfrm>
          <a:prstGeom prst="roundRect">
            <a:avLst>
              <a:gd fmla="val 10672" name="adj"/>
            </a:avLst>
          </a:prstGeom>
          <a:noFill/>
          <a:ln>
            <a:noFill/>
          </a:ln>
        </p:spPr>
      </p:sp>
      <p:sp>
        <p:nvSpPr>
          <p:cNvPr id="367" name="Google Shape;367;p30"/>
          <p:cNvSpPr/>
          <p:nvPr>
            <p:ph idx="7" type="pic"/>
          </p:nvPr>
        </p:nvSpPr>
        <p:spPr>
          <a:xfrm>
            <a:off x="6370250" y="3179750"/>
            <a:ext cx="2532600" cy="1297200"/>
          </a:xfrm>
          <a:prstGeom prst="roundRect">
            <a:avLst>
              <a:gd fmla="val 10672" name="adj"/>
            </a:avLst>
          </a:prstGeom>
          <a:noFill/>
          <a:ln>
            <a:noFill/>
          </a:ln>
        </p:spPr>
      </p:sp>
      <p:sp>
        <p:nvSpPr>
          <p:cNvPr id="368" name="Google Shape;368;p30"/>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69" name="Google Shape;369;p30"/>
          <p:cNvSpPr txBox="1"/>
          <p:nvPr>
            <p:ph idx="1"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Thoughts">
  <p:cSld name="CUSTOM_21_1_1">
    <p:spTree>
      <p:nvGrpSpPr>
        <p:cNvPr id="370" name="Shape 370"/>
        <p:cNvGrpSpPr/>
        <p:nvPr/>
      </p:nvGrpSpPr>
      <p:grpSpPr>
        <a:xfrm>
          <a:off x="0" y="0"/>
          <a:ext cx="0" cy="0"/>
          <a:chOff x="0" y="0"/>
          <a:chExt cx="0" cy="0"/>
        </a:xfrm>
      </p:grpSpPr>
      <p:sp>
        <p:nvSpPr>
          <p:cNvPr id="371" name="Google Shape;371;p31"/>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2" name="Google Shape;372;p31"/>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3" name="Google Shape;373;p31"/>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4" name="Google Shape;374;p31"/>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5" name="Google Shape;375;p31"/>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6" name="Google Shape;376;p31"/>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7" name="Google Shape;377;p31"/>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8" name="Google Shape;378;p31"/>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9" name="Google Shape;379;p31"/>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0" name="Google Shape;380;p31"/>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1" name="Google Shape;381;p31"/>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2" name="Google Shape;382;p31"/>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3" name="Google Shape;383;p31"/>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4" name="Google Shape;384;p31"/>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5" name="Google Shape;385;p31"/>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6" name="Google Shape;386;p31"/>
          <p:cNvSpPr/>
          <p:nvPr/>
        </p:nvSpPr>
        <p:spPr>
          <a:xfrm>
            <a:off x="4786275" y="352450"/>
            <a:ext cx="4063500" cy="4391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7" name="Google Shape;387;p31"/>
          <p:cNvSpPr txBox="1"/>
          <p:nvPr>
            <p:ph idx="1" type="subTitle"/>
          </p:nvPr>
        </p:nvSpPr>
        <p:spPr>
          <a:xfrm>
            <a:off x="314425" y="3213300"/>
            <a:ext cx="3922500" cy="6579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8" name="Google Shape;388;p31"/>
          <p:cNvSpPr txBox="1"/>
          <p:nvPr>
            <p:ph type="title"/>
          </p:nvPr>
        </p:nvSpPr>
        <p:spPr>
          <a:xfrm>
            <a:off x="238225" y="3820950"/>
            <a:ext cx="4063500" cy="8649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389" name="Google Shape;389;p31"/>
          <p:cNvSpPr txBox="1"/>
          <p:nvPr>
            <p:ph idx="2" type="body"/>
          </p:nvPr>
        </p:nvSpPr>
        <p:spPr>
          <a:xfrm>
            <a:off x="5125900" y="591475"/>
            <a:ext cx="3312000" cy="916800"/>
          </a:xfrm>
          <a:prstGeom prst="rect">
            <a:avLst/>
          </a:prstGeom>
        </p:spPr>
        <p:txBody>
          <a:bodyPr anchorCtr="0" anchor="t" bIns="0" lIns="0" spcFirstLastPara="1" rIns="0" wrap="square" tIns="91425">
            <a:normAutofit/>
          </a:bodyPr>
          <a:lstStyle>
            <a:lvl1pPr indent="-279400" lvl="0" marL="457200">
              <a:lnSpc>
                <a:spcPct val="108000"/>
              </a:lnSpc>
              <a:spcBef>
                <a:spcPts val="0"/>
              </a:spcBef>
              <a:spcAft>
                <a:spcPts val="0"/>
              </a:spcAft>
              <a:buSzPts val="800"/>
              <a:buChar char="●"/>
              <a:defRPr sz="800"/>
            </a:lvl1pPr>
            <a:lvl2pPr indent="-279400" lvl="1" marL="914400">
              <a:lnSpc>
                <a:spcPct val="108000"/>
              </a:lnSpc>
              <a:spcBef>
                <a:spcPts val="0"/>
              </a:spcBef>
              <a:spcAft>
                <a:spcPts val="0"/>
              </a:spcAft>
              <a:buSzPts val="800"/>
              <a:buChar char="○"/>
              <a:defRPr sz="800"/>
            </a:lvl2pPr>
            <a:lvl3pPr indent="-279400" lvl="2" marL="1371600">
              <a:lnSpc>
                <a:spcPct val="108000"/>
              </a:lnSpc>
              <a:spcBef>
                <a:spcPts val="0"/>
              </a:spcBef>
              <a:spcAft>
                <a:spcPts val="0"/>
              </a:spcAft>
              <a:buSzPts val="800"/>
              <a:buChar char="■"/>
              <a:defRPr sz="800"/>
            </a:lvl3pPr>
            <a:lvl4pPr indent="-279400" lvl="3" marL="1828800">
              <a:lnSpc>
                <a:spcPct val="108000"/>
              </a:lnSpc>
              <a:spcBef>
                <a:spcPts val="0"/>
              </a:spcBef>
              <a:spcAft>
                <a:spcPts val="0"/>
              </a:spcAft>
              <a:buSzPts val="800"/>
              <a:buChar char="●"/>
              <a:defRPr sz="800"/>
            </a:lvl4pPr>
            <a:lvl5pPr indent="-279400" lvl="4" marL="2286000">
              <a:lnSpc>
                <a:spcPct val="108000"/>
              </a:lnSpc>
              <a:spcBef>
                <a:spcPts val="0"/>
              </a:spcBef>
              <a:spcAft>
                <a:spcPts val="0"/>
              </a:spcAft>
              <a:buSzPts val="800"/>
              <a:buChar char="○"/>
              <a:defRPr sz="800"/>
            </a:lvl5pPr>
            <a:lvl6pPr indent="-279400" lvl="5" marL="2743200">
              <a:lnSpc>
                <a:spcPct val="108000"/>
              </a:lnSpc>
              <a:spcBef>
                <a:spcPts val="0"/>
              </a:spcBef>
              <a:spcAft>
                <a:spcPts val="0"/>
              </a:spcAft>
              <a:buSzPts val="800"/>
              <a:buChar char="■"/>
              <a:defRPr sz="800"/>
            </a:lvl6pPr>
            <a:lvl7pPr indent="-279400" lvl="6" marL="3200400">
              <a:lnSpc>
                <a:spcPct val="108000"/>
              </a:lnSpc>
              <a:spcBef>
                <a:spcPts val="0"/>
              </a:spcBef>
              <a:spcAft>
                <a:spcPts val="0"/>
              </a:spcAft>
              <a:buSzPts val="800"/>
              <a:buChar char="●"/>
              <a:defRPr sz="800"/>
            </a:lvl7pPr>
            <a:lvl8pPr indent="-279400" lvl="7" marL="3657600">
              <a:lnSpc>
                <a:spcPct val="108000"/>
              </a:lnSpc>
              <a:spcBef>
                <a:spcPts val="0"/>
              </a:spcBef>
              <a:spcAft>
                <a:spcPts val="0"/>
              </a:spcAft>
              <a:buSzPts val="800"/>
              <a:buChar char="○"/>
              <a:defRPr sz="800"/>
            </a:lvl8pPr>
            <a:lvl9pPr indent="-279400" lvl="8" marL="4114800">
              <a:lnSpc>
                <a:spcPct val="108000"/>
              </a:lnSpc>
              <a:spcBef>
                <a:spcPts val="0"/>
              </a:spcBef>
              <a:spcAft>
                <a:spcPts val="0"/>
              </a:spcAft>
              <a:buSzPts val="800"/>
              <a:buChar char="■"/>
              <a:defRPr sz="800"/>
            </a:lvl9pPr>
          </a:lstStyle>
          <a:p/>
        </p:txBody>
      </p:sp>
      <p:sp>
        <p:nvSpPr>
          <p:cNvPr id="390" name="Google Shape;390;p31"/>
          <p:cNvSpPr txBox="1"/>
          <p:nvPr>
            <p:ph idx="3" type="body"/>
          </p:nvPr>
        </p:nvSpPr>
        <p:spPr>
          <a:xfrm>
            <a:off x="5125900" y="1847075"/>
            <a:ext cx="3312000" cy="916800"/>
          </a:xfrm>
          <a:prstGeom prst="rect">
            <a:avLst/>
          </a:prstGeom>
          <a:noFill/>
          <a:ln>
            <a:noFill/>
          </a:ln>
        </p:spPr>
        <p:txBody>
          <a:bodyPr anchorCtr="0" anchor="ctr" bIns="0" lIns="0" spcFirstLastPara="1" rIns="0" wrap="square" tIns="91425">
            <a:normAutofit/>
          </a:bodyPr>
          <a:lstStyle>
            <a:lvl1pPr indent="-279400" lvl="0" marL="457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91" name="Google Shape;391;p31"/>
          <p:cNvSpPr txBox="1"/>
          <p:nvPr>
            <p:ph idx="4" type="body"/>
          </p:nvPr>
        </p:nvSpPr>
        <p:spPr>
          <a:xfrm>
            <a:off x="5125900" y="3097650"/>
            <a:ext cx="3312000" cy="916800"/>
          </a:xfrm>
          <a:prstGeom prst="rect">
            <a:avLst/>
          </a:prstGeom>
          <a:noFill/>
          <a:ln>
            <a:noFill/>
          </a:ln>
        </p:spPr>
        <p:txBody>
          <a:bodyPr anchorCtr="0" anchor="ctr" bIns="0" lIns="0" spcFirstLastPara="1" rIns="0" wrap="square" tIns="91425">
            <a:normAutofit/>
          </a:bodyPr>
          <a:lstStyle>
            <a:lvl1pPr indent="-279400" lvl="0" marL="457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92" name="Google Shape;392;p31"/>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31"/>
          <p:cNvSpPr txBox="1"/>
          <p:nvPr>
            <p:ph idx="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21_1_1_1">
    <p:spTree>
      <p:nvGrpSpPr>
        <p:cNvPr id="394" name="Shape 394"/>
        <p:cNvGrpSpPr/>
        <p:nvPr/>
      </p:nvGrpSpPr>
      <p:grpSpPr>
        <a:xfrm>
          <a:off x="0" y="0"/>
          <a:ext cx="0" cy="0"/>
          <a:chOff x="0" y="0"/>
          <a:chExt cx="0" cy="0"/>
        </a:xfrm>
      </p:grpSpPr>
      <p:sp>
        <p:nvSpPr>
          <p:cNvPr id="395" name="Google Shape;395;p32"/>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6" name="Google Shape;396;p32"/>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7" name="Google Shape;397;p32"/>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8" name="Google Shape;398;p32"/>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9" name="Google Shape;399;p32"/>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0" name="Google Shape;400;p32"/>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1" name="Google Shape;401;p32"/>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2" name="Google Shape;402;p32"/>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3" name="Google Shape;403;p32"/>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4" name="Google Shape;404;p32"/>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5" name="Google Shape;405;p32"/>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6" name="Google Shape;406;p32"/>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7" name="Google Shape;407;p32"/>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8" name="Google Shape;408;p32"/>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9" name="Google Shape;409;p32"/>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0" name="Google Shape;410;p32"/>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1" name="Google Shape;411;p32"/>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2" name="Google Shape;412;p32"/>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3" name="Google Shape;413;p32"/>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4" name="Google Shape;414;p32"/>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5" name="Google Shape;415;p32"/>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6" name="Google Shape;416;p32"/>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7" name="Google Shape;417;p32"/>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8" name="Google Shape;418;p32"/>
          <p:cNvSpPr/>
          <p:nvPr>
            <p:ph idx="2" type="pic"/>
          </p:nvPr>
        </p:nvSpPr>
        <p:spPr>
          <a:xfrm>
            <a:off x="1020450" y="1016000"/>
            <a:ext cx="3043800" cy="3048000"/>
          </a:xfrm>
          <a:prstGeom prst="rect">
            <a:avLst/>
          </a:prstGeom>
          <a:noFill/>
          <a:ln>
            <a:noFill/>
          </a:ln>
        </p:spPr>
      </p:sp>
      <p:sp>
        <p:nvSpPr>
          <p:cNvPr id="419" name="Google Shape;419;p32"/>
          <p:cNvSpPr txBox="1"/>
          <p:nvPr>
            <p:ph type="title"/>
          </p:nvPr>
        </p:nvSpPr>
        <p:spPr>
          <a:xfrm>
            <a:off x="4064000" y="1007950"/>
            <a:ext cx="4188000" cy="30480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12000"/>
              <a:buNone/>
              <a:defRPr b="1" sz="12000"/>
            </a:lvl1pPr>
            <a:lvl2pPr lvl="1" algn="ctr">
              <a:lnSpc>
                <a:spcPct val="80000"/>
              </a:lnSpc>
              <a:spcBef>
                <a:spcPts val="0"/>
              </a:spcBef>
              <a:spcAft>
                <a:spcPts val="0"/>
              </a:spcAft>
              <a:buSzPts val="12000"/>
              <a:buNone/>
              <a:defRPr b="1" sz="12000"/>
            </a:lvl2pPr>
            <a:lvl3pPr lvl="2" algn="ctr">
              <a:lnSpc>
                <a:spcPct val="80000"/>
              </a:lnSpc>
              <a:spcBef>
                <a:spcPts val="0"/>
              </a:spcBef>
              <a:spcAft>
                <a:spcPts val="0"/>
              </a:spcAft>
              <a:buSzPts val="12000"/>
              <a:buNone/>
              <a:defRPr b="1" sz="12000"/>
            </a:lvl3pPr>
            <a:lvl4pPr lvl="3" algn="ctr">
              <a:lnSpc>
                <a:spcPct val="80000"/>
              </a:lnSpc>
              <a:spcBef>
                <a:spcPts val="0"/>
              </a:spcBef>
              <a:spcAft>
                <a:spcPts val="0"/>
              </a:spcAft>
              <a:buSzPts val="12000"/>
              <a:buNone/>
              <a:defRPr b="1" sz="12000"/>
            </a:lvl4pPr>
            <a:lvl5pPr lvl="4" algn="ctr">
              <a:lnSpc>
                <a:spcPct val="80000"/>
              </a:lnSpc>
              <a:spcBef>
                <a:spcPts val="0"/>
              </a:spcBef>
              <a:spcAft>
                <a:spcPts val="0"/>
              </a:spcAft>
              <a:buSzPts val="12000"/>
              <a:buNone/>
              <a:defRPr b="1" sz="12000"/>
            </a:lvl5pPr>
            <a:lvl6pPr lvl="5" algn="ctr">
              <a:lnSpc>
                <a:spcPct val="80000"/>
              </a:lnSpc>
              <a:spcBef>
                <a:spcPts val="0"/>
              </a:spcBef>
              <a:spcAft>
                <a:spcPts val="0"/>
              </a:spcAft>
              <a:buSzPts val="12000"/>
              <a:buNone/>
              <a:defRPr b="1" sz="12000"/>
            </a:lvl6pPr>
            <a:lvl7pPr lvl="6" algn="ctr">
              <a:lnSpc>
                <a:spcPct val="80000"/>
              </a:lnSpc>
              <a:spcBef>
                <a:spcPts val="0"/>
              </a:spcBef>
              <a:spcAft>
                <a:spcPts val="0"/>
              </a:spcAft>
              <a:buSzPts val="12000"/>
              <a:buNone/>
              <a:defRPr b="1" sz="12000"/>
            </a:lvl7pPr>
            <a:lvl8pPr lvl="7" algn="ctr">
              <a:lnSpc>
                <a:spcPct val="80000"/>
              </a:lnSpc>
              <a:spcBef>
                <a:spcPts val="0"/>
              </a:spcBef>
              <a:spcAft>
                <a:spcPts val="0"/>
              </a:spcAft>
              <a:buSzPts val="12000"/>
              <a:buNone/>
              <a:defRPr b="1" sz="12000"/>
            </a:lvl8pPr>
            <a:lvl9pPr lvl="8" algn="ctr">
              <a:lnSpc>
                <a:spcPct val="80000"/>
              </a:lnSpc>
              <a:spcBef>
                <a:spcPts val="0"/>
              </a:spcBef>
              <a:spcAft>
                <a:spcPts val="0"/>
              </a:spcAft>
              <a:buSzPts val="12000"/>
              <a:buNone/>
              <a:defRPr b="1" sz="1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SECTION_HEADER_1_1">
    <p:bg>
      <p:bgPr>
        <a:solidFill>
          <a:schemeClr val="lt1"/>
        </a:solidFill>
      </p:bgPr>
    </p:bg>
    <p:spTree>
      <p:nvGrpSpPr>
        <p:cNvPr id="420" name="Shape 420"/>
        <p:cNvGrpSpPr/>
        <p:nvPr/>
      </p:nvGrpSpPr>
      <p:grpSpPr>
        <a:xfrm>
          <a:off x="0" y="0"/>
          <a:ext cx="0" cy="0"/>
          <a:chOff x="0" y="0"/>
          <a:chExt cx="0" cy="0"/>
        </a:xfrm>
      </p:grpSpPr>
      <p:sp>
        <p:nvSpPr>
          <p:cNvPr id="421" name="Google Shape;421;p33"/>
          <p:cNvSpPr txBox="1"/>
          <p:nvPr>
            <p:ph type="title"/>
          </p:nvPr>
        </p:nvSpPr>
        <p:spPr>
          <a:xfrm>
            <a:off x="250503" y="725375"/>
            <a:ext cx="8643300" cy="1314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p:txBody>
      </p:sp>
      <p:sp>
        <p:nvSpPr>
          <p:cNvPr id="422" name="Google Shape;422;p33"/>
          <p:cNvSpPr txBox="1"/>
          <p:nvPr>
            <p:ph idx="1" type="subTitle"/>
          </p:nvPr>
        </p:nvSpPr>
        <p:spPr>
          <a:xfrm>
            <a:off x="1377400" y="2039975"/>
            <a:ext cx="6389400" cy="1510200"/>
          </a:xfrm>
          <a:prstGeom prst="rect">
            <a:avLst/>
          </a:prstGeom>
        </p:spPr>
        <p:txBody>
          <a:bodyPr anchorCtr="0" anchor="t"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1_1_1_1_1">
    <p:spTree>
      <p:nvGrpSpPr>
        <p:cNvPr id="423" name="Shape 423"/>
        <p:cNvGrpSpPr/>
        <p:nvPr/>
      </p:nvGrpSpPr>
      <p:grpSpPr>
        <a:xfrm>
          <a:off x="0" y="0"/>
          <a:ext cx="0" cy="0"/>
          <a:chOff x="0" y="0"/>
          <a:chExt cx="0" cy="0"/>
        </a:xfrm>
      </p:grpSpPr>
      <p:sp>
        <p:nvSpPr>
          <p:cNvPr id="424" name="Google Shape;424;p34"/>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5" name="Google Shape;425;p34"/>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6" name="Google Shape;426;p34"/>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7" name="Google Shape;427;p34"/>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8" name="Google Shape;428;p34"/>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9" name="Google Shape;429;p34"/>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0" name="Google Shape;430;p34"/>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1" name="Google Shape;431;p34"/>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2" name="Google Shape;432;p34"/>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3" name="Google Shape;433;p34"/>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4" name="Google Shape;434;p34"/>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5" name="Google Shape;435;p34"/>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6" name="Google Shape;436;p34"/>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7" name="Google Shape;437;p34"/>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8" name="Google Shape;438;p34"/>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9" name="Google Shape;439;p34"/>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0" name="Google Shape;440;p34"/>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1" name="Google Shape;441;p34"/>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2" name="Google Shape;442;p34"/>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3" name="Google Shape;443;p34"/>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4" name="Google Shape;444;p34"/>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5" name="Google Shape;445;p34"/>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6" name="Google Shape;446;p34"/>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7" name="Google Shape;447;p34"/>
          <p:cNvSpPr txBox="1"/>
          <p:nvPr>
            <p:ph type="title"/>
          </p:nvPr>
        </p:nvSpPr>
        <p:spPr>
          <a:xfrm>
            <a:off x="969950" y="1084150"/>
            <a:ext cx="7204200" cy="29118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12000"/>
              <a:buNone/>
              <a:defRPr b="1" sz="12000"/>
            </a:lvl1pPr>
            <a:lvl2pPr lvl="1" algn="ctr">
              <a:lnSpc>
                <a:spcPct val="80000"/>
              </a:lnSpc>
              <a:spcBef>
                <a:spcPts val="0"/>
              </a:spcBef>
              <a:spcAft>
                <a:spcPts val="0"/>
              </a:spcAft>
              <a:buSzPts val="12000"/>
              <a:buNone/>
              <a:defRPr b="1" sz="12000"/>
            </a:lvl2pPr>
            <a:lvl3pPr lvl="2" algn="ctr">
              <a:lnSpc>
                <a:spcPct val="80000"/>
              </a:lnSpc>
              <a:spcBef>
                <a:spcPts val="0"/>
              </a:spcBef>
              <a:spcAft>
                <a:spcPts val="0"/>
              </a:spcAft>
              <a:buSzPts val="12000"/>
              <a:buNone/>
              <a:defRPr b="1" sz="12000"/>
            </a:lvl3pPr>
            <a:lvl4pPr lvl="3" algn="ctr">
              <a:lnSpc>
                <a:spcPct val="80000"/>
              </a:lnSpc>
              <a:spcBef>
                <a:spcPts val="0"/>
              </a:spcBef>
              <a:spcAft>
                <a:spcPts val="0"/>
              </a:spcAft>
              <a:buSzPts val="12000"/>
              <a:buNone/>
              <a:defRPr b="1" sz="12000"/>
            </a:lvl4pPr>
            <a:lvl5pPr lvl="4" algn="ctr">
              <a:lnSpc>
                <a:spcPct val="80000"/>
              </a:lnSpc>
              <a:spcBef>
                <a:spcPts val="0"/>
              </a:spcBef>
              <a:spcAft>
                <a:spcPts val="0"/>
              </a:spcAft>
              <a:buSzPts val="12000"/>
              <a:buNone/>
              <a:defRPr b="1" sz="12000"/>
            </a:lvl5pPr>
            <a:lvl6pPr lvl="5" algn="ctr">
              <a:lnSpc>
                <a:spcPct val="80000"/>
              </a:lnSpc>
              <a:spcBef>
                <a:spcPts val="0"/>
              </a:spcBef>
              <a:spcAft>
                <a:spcPts val="0"/>
              </a:spcAft>
              <a:buSzPts val="12000"/>
              <a:buNone/>
              <a:defRPr b="1" sz="12000"/>
            </a:lvl6pPr>
            <a:lvl7pPr lvl="6" algn="ctr">
              <a:lnSpc>
                <a:spcPct val="80000"/>
              </a:lnSpc>
              <a:spcBef>
                <a:spcPts val="0"/>
              </a:spcBef>
              <a:spcAft>
                <a:spcPts val="0"/>
              </a:spcAft>
              <a:buSzPts val="12000"/>
              <a:buNone/>
              <a:defRPr b="1" sz="12000"/>
            </a:lvl7pPr>
            <a:lvl8pPr lvl="7" algn="ctr">
              <a:lnSpc>
                <a:spcPct val="80000"/>
              </a:lnSpc>
              <a:spcBef>
                <a:spcPts val="0"/>
              </a:spcBef>
              <a:spcAft>
                <a:spcPts val="0"/>
              </a:spcAft>
              <a:buSzPts val="12000"/>
              <a:buNone/>
              <a:defRPr b="1" sz="12000"/>
            </a:lvl8pPr>
            <a:lvl9pPr lvl="8" algn="ctr">
              <a:lnSpc>
                <a:spcPct val="80000"/>
              </a:lnSpc>
              <a:spcBef>
                <a:spcPts val="0"/>
              </a:spcBef>
              <a:spcAft>
                <a:spcPts val="0"/>
              </a:spcAft>
              <a:buSzPts val="12000"/>
              <a:buNone/>
              <a:defRPr b="1" sz="1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3_1">
    <p:spTree>
      <p:nvGrpSpPr>
        <p:cNvPr id="448" name="Shape 448"/>
        <p:cNvGrpSpPr/>
        <p:nvPr/>
      </p:nvGrpSpPr>
      <p:grpSpPr>
        <a:xfrm>
          <a:off x="0" y="0"/>
          <a:ext cx="0" cy="0"/>
          <a:chOff x="0" y="0"/>
          <a:chExt cx="0" cy="0"/>
        </a:xfrm>
      </p:grpSpPr>
      <p:sp>
        <p:nvSpPr>
          <p:cNvPr id="449" name="Google Shape;449;p35"/>
          <p:cNvSpPr/>
          <p:nvPr/>
        </p:nvSpPr>
        <p:spPr>
          <a:xfrm>
            <a:off x="4728675" y="544175"/>
            <a:ext cx="3732900" cy="4052700"/>
          </a:xfrm>
          <a:prstGeom prst="roundRect">
            <a:avLst>
              <a:gd fmla="val 262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0" name="Google Shape;450;p35"/>
          <p:cNvSpPr txBox="1"/>
          <p:nvPr>
            <p:ph type="title"/>
          </p:nvPr>
        </p:nvSpPr>
        <p:spPr>
          <a:xfrm>
            <a:off x="243925" y="3881325"/>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451" name="Google Shape;451;p35"/>
          <p:cNvSpPr txBox="1"/>
          <p:nvPr>
            <p:ph idx="12" type="sldNum"/>
          </p:nvPr>
        </p:nvSpPr>
        <p:spPr>
          <a:xfrm>
            <a:off x="8653375" y="4829350"/>
            <a:ext cx="490500" cy="3117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452" name="Google Shape;452;p35"/>
          <p:cNvSpPr txBox="1"/>
          <p:nvPr>
            <p:ph idx="1" type="body"/>
          </p:nvPr>
        </p:nvSpPr>
        <p:spPr>
          <a:xfrm>
            <a:off x="5352125" y="1034150"/>
            <a:ext cx="2500200" cy="3066000"/>
          </a:xfrm>
          <a:prstGeom prst="rect">
            <a:avLst/>
          </a:prstGeom>
          <a:noFill/>
          <a:ln>
            <a:noFill/>
          </a:ln>
        </p:spPr>
        <p:txBody>
          <a:bodyPr anchorCtr="0" anchor="b" bIns="0" lIns="0" spcFirstLastPara="1" rIns="0" wrap="square" tIns="0">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3_2">
    <p:spTree>
      <p:nvGrpSpPr>
        <p:cNvPr id="453" name="Shape 453"/>
        <p:cNvGrpSpPr/>
        <p:nvPr/>
      </p:nvGrpSpPr>
      <p:grpSpPr>
        <a:xfrm>
          <a:off x="0" y="0"/>
          <a:ext cx="0" cy="0"/>
          <a:chOff x="0" y="0"/>
          <a:chExt cx="0" cy="0"/>
        </a:xfrm>
      </p:grpSpPr>
      <p:sp>
        <p:nvSpPr>
          <p:cNvPr id="454" name="Google Shape;454;p3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5" name="Google Shape;455;p3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6" name="Google Shape;456;p3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7" name="Google Shape;457;p36"/>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8" name="Google Shape;458;p3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9" name="Google Shape;459;p3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0" name="Google Shape;460;p36"/>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1" name="Google Shape;461;p3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2" name="Google Shape;462;p3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3" name="Google Shape;463;p3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4" name="Google Shape;464;p3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5" name="Google Shape;465;p3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6" name="Google Shape;466;p36"/>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7" name="Google Shape;467;p36"/>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8" name="Google Shape;468;p36"/>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9" name="Google Shape;469;p36"/>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0" name="Google Shape;470;p36"/>
          <p:cNvSpPr txBox="1"/>
          <p:nvPr>
            <p:ph type="title"/>
          </p:nvPr>
        </p:nvSpPr>
        <p:spPr>
          <a:xfrm>
            <a:off x="125700" y="3760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471" name="Google Shape;471;p36"/>
          <p:cNvSpPr txBox="1"/>
          <p:nvPr>
            <p:ph idx="1" type="body"/>
          </p:nvPr>
        </p:nvSpPr>
        <p:spPr>
          <a:xfrm>
            <a:off x="3105200" y="612450"/>
            <a:ext cx="2173800" cy="38841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472" name="Google Shape;472;p36"/>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3" name="Google Shape;473;p36"/>
          <p:cNvSpPr txBox="1"/>
          <p:nvPr>
            <p:ph idx="2" type="body"/>
          </p:nvPr>
        </p:nvSpPr>
        <p:spPr>
          <a:xfrm>
            <a:off x="6321550" y="612450"/>
            <a:ext cx="2173800" cy="38841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SECTION_HEADER_1_2">
    <p:bg>
      <p:bgPr>
        <a:solidFill>
          <a:schemeClr val="lt1"/>
        </a:solidFill>
      </p:bgPr>
    </p:bg>
    <p:spTree>
      <p:nvGrpSpPr>
        <p:cNvPr id="474" name="Shape 474"/>
        <p:cNvGrpSpPr/>
        <p:nvPr/>
      </p:nvGrpSpPr>
      <p:grpSpPr>
        <a:xfrm>
          <a:off x="0" y="0"/>
          <a:ext cx="0" cy="0"/>
          <a:chOff x="0" y="0"/>
          <a:chExt cx="0" cy="0"/>
        </a:xfrm>
      </p:grpSpPr>
      <p:sp>
        <p:nvSpPr>
          <p:cNvPr id="475" name="Google Shape;475;p37"/>
          <p:cNvSpPr txBox="1"/>
          <p:nvPr>
            <p:ph type="title"/>
          </p:nvPr>
        </p:nvSpPr>
        <p:spPr>
          <a:xfrm>
            <a:off x="250500" y="1338900"/>
            <a:ext cx="8643300" cy="24657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9000"/>
              <a:buNone/>
              <a:defRPr sz="9000"/>
            </a:lvl1pPr>
            <a:lvl2pPr lvl="1" algn="ctr">
              <a:lnSpc>
                <a:spcPct val="80000"/>
              </a:lnSpc>
              <a:spcBef>
                <a:spcPts val="0"/>
              </a:spcBef>
              <a:spcAft>
                <a:spcPts val="0"/>
              </a:spcAft>
              <a:buSzPts val="9000"/>
              <a:buNone/>
              <a:defRPr sz="9000"/>
            </a:lvl2pPr>
            <a:lvl3pPr lvl="2" algn="ctr">
              <a:lnSpc>
                <a:spcPct val="80000"/>
              </a:lnSpc>
              <a:spcBef>
                <a:spcPts val="0"/>
              </a:spcBef>
              <a:spcAft>
                <a:spcPts val="0"/>
              </a:spcAft>
              <a:buSzPts val="9000"/>
              <a:buNone/>
              <a:defRPr sz="9000"/>
            </a:lvl3pPr>
            <a:lvl4pPr lvl="3" algn="ctr">
              <a:lnSpc>
                <a:spcPct val="80000"/>
              </a:lnSpc>
              <a:spcBef>
                <a:spcPts val="0"/>
              </a:spcBef>
              <a:spcAft>
                <a:spcPts val="0"/>
              </a:spcAft>
              <a:buSzPts val="9000"/>
              <a:buNone/>
              <a:defRPr sz="9000"/>
            </a:lvl4pPr>
            <a:lvl5pPr lvl="4" algn="ctr">
              <a:lnSpc>
                <a:spcPct val="80000"/>
              </a:lnSpc>
              <a:spcBef>
                <a:spcPts val="0"/>
              </a:spcBef>
              <a:spcAft>
                <a:spcPts val="0"/>
              </a:spcAft>
              <a:buSzPts val="9000"/>
              <a:buNone/>
              <a:defRPr sz="9000"/>
            </a:lvl5pPr>
            <a:lvl6pPr lvl="5" algn="ctr">
              <a:lnSpc>
                <a:spcPct val="80000"/>
              </a:lnSpc>
              <a:spcBef>
                <a:spcPts val="0"/>
              </a:spcBef>
              <a:spcAft>
                <a:spcPts val="0"/>
              </a:spcAft>
              <a:buSzPts val="9000"/>
              <a:buNone/>
              <a:defRPr sz="9000"/>
            </a:lvl6pPr>
            <a:lvl7pPr lvl="6" algn="ctr">
              <a:lnSpc>
                <a:spcPct val="80000"/>
              </a:lnSpc>
              <a:spcBef>
                <a:spcPts val="0"/>
              </a:spcBef>
              <a:spcAft>
                <a:spcPts val="0"/>
              </a:spcAft>
              <a:buSzPts val="9000"/>
              <a:buNone/>
              <a:defRPr sz="9000"/>
            </a:lvl7pPr>
            <a:lvl8pPr lvl="7" algn="ctr">
              <a:lnSpc>
                <a:spcPct val="80000"/>
              </a:lnSpc>
              <a:spcBef>
                <a:spcPts val="0"/>
              </a:spcBef>
              <a:spcAft>
                <a:spcPts val="0"/>
              </a:spcAft>
              <a:buSzPts val="9000"/>
              <a:buNone/>
              <a:defRPr sz="9000"/>
            </a:lvl8pPr>
            <a:lvl9pPr lvl="8" algn="ctr">
              <a:lnSpc>
                <a:spcPct val="80000"/>
              </a:lnSpc>
              <a:spcBef>
                <a:spcPts val="0"/>
              </a:spcBef>
              <a:spcAft>
                <a:spcPts val="0"/>
              </a:spcAft>
              <a:buSzPts val="9000"/>
              <a:buNone/>
              <a:defRPr sz="9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CUSTOM_23_2_1_1">
    <p:spTree>
      <p:nvGrpSpPr>
        <p:cNvPr id="476" name="Shape 476"/>
        <p:cNvGrpSpPr/>
        <p:nvPr/>
      </p:nvGrpSpPr>
      <p:grpSpPr>
        <a:xfrm>
          <a:off x="0" y="0"/>
          <a:ext cx="0" cy="0"/>
          <a:chOff x="0" y="0"/>
          <a:chExt cx="0" cy="0"/>
        </a:xfrm>
      </p:grpSpPr>
      <p:sp>
        <p:nvSpPr>
          <p:cNvPr id="477" name="Google Shape;477;p3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8" name="Google Shape;478;p3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9" name="Google Shape;479;p3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0" name="Google Shape;480;p38"/>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1" name="Google Shape;481;p3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2" name="Google Shape;482;p3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3" name="Google Shape;483;p38"/>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4" name="Google Shape;484;p3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5" name="Google Shape;485;p3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6" name="Google Shape;486;p3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7" name="Google Shape;487;p3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8" name="Google Shape;488;p3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9" name="Google Shape;489;p38"/>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0" name="Google Shape;490;p38"/>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1" name="Google Shape;491;p38"/>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2" name="Google Shape;492;p38"/>
          <p:cNvSpPr/>
          <p:nvPr/>
        </p:nvSpPr>
        <p:spPr>
          <a:xfrm>
            <a:off x="2712475" y="376050"/>
            <a:ext cx="61371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3" name="Google Shape;493;p38"/>
          <p:cNvSpPr txBox="1"/>
          <p:nvPr>
            <p:ph type="title"/>
          </p:nvPr>
        </p:nvSpPr>
        <p:spPr>
          <a:xfrm>
            <a:off x="125700" y="3760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494" name="Google Shape;494;p38"/>
          <p:cNvSpPr txBox="1"/>
          <p:nvPr>
            <p:ph idx="1" type="body"/>
          </p:nvPr>
        </p:nvSpPr>
        <p:spPr>
          <a:xfrm>
            <a:off x="3105200" y="1718575"/>
            <a:ext cx="54477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495" name="Google Shape;495;p38"/>
          <p:cNvSpPr txBox="1"/>
          <p:nvPr>
            <p:ph idx="2" type="subTitle"/>
          </p:nvPr>
        </p:nvSpPr>
        <p:spPr>
          <a:xfrm>
            <a:off x="3017300" y="603250"/>
            <a:ext cx="5643300" cy="705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SECTION_HEADER_1_2_1">
    <p:bg>
      <p:bgPr>
        <a:solidFill>
          <a:schemeClr val="lt1"/>
        </a:solidFill>
      </p:bgPr>
    </p:bg>
    <p:spTree>
      <p:nvGrpSpPr>
        <p:cNvPr id="496" name="Shape 496"/>
        <p:cNvGrpSpPr/>
        <p:nvPr/>
      </p:nvGrpSpPr>
      <p:grpSpPr>
        <a:xfrm>
          <a:off x="0" y="0"/>
          <a:ext cx="0" cy="0"/>
          <a:chOff x="0" y="0"/>
          <a:chExt cx="0" cy="0"/>
        </a:xfrm>
      </p:grpSpPr>
      <p:sp>
        <p:nvSpPr>
          <p:cNvPr id="497" name="Google Shape;497;p39"/>
          <p:cNvSpPr txBox="1"/>
          <p:nvPr>
            <p:ph type="title"/>
          </p:nvPr>
        </p:nvSpPr>
        <p:spPr>
          <a:xfrm>
            <a:off x="1047400" y="1338900"/>
            <a:ext cx="7049100" cy="24657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Clr>
                <a:schemeClr val="accent4"/>
              </a:buClr>
              <a:buSzPts val="6000"/>
              <a:buFont typeface="IBM Plex Mono"/>
              <a:buNone/>
              <a:defRPr>
                <a:solidFill>
                  <a:schemeClr val="accent4"/>
                </a:solidFill>
                <a:latin typeface="IBM Plex Mono"/>
                <a:ea typeface="IBM Plex Mono"/>
                <a:cs typeface="IBM Plex Mono"/>
                <a:sym typeface="IBM Plex Mono"/>
              </a:defRPr>
            </a:lvl1pPr>
            <a:lvl2pPr lvl="1"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2pPr>
            <a:lvl3pPr lvl="2"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3pPr>
            <a:lvl4pPr lvl="3"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4pPr>
            <a:lvl5pPr lvl="4"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5pPr>
            <a:lvl6pPr lvl="5"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6pPr>
            <a:lvl7pPr lvl="6"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7pPr>
            <a:lvl8pPr lvl="7"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8pPr>
            <a:lvl9pPr lvl="8"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23_2_1_1_1">
    <p:spTree>
      <p:nvGrpSpPr>
        <p:cNvPr id="498" name="Shape 498"/>
        <p:cNvGrpSpPr/>
        <p:nvPr/>
      </p:nvGrpSpPr>
      <p:grpSpPr>
        <a:xfrm>
          <a:off x="0" y="0"/>
          <a:ext cx="0" cy="0"/>
          <a:chOff x="0" y="0"/>
          <a:chExt cx="0" cy="0"/>
        </a:xfrm>
      </p:grpSpPr>
      <p:sp>
        <p:nvSpPr>
          <p:cNvPr id="499" name="Google Shape;499;p40"/>
          <p:cNvSpPr txBox="1"/>
          <p:nvPr>
            <p:ph idx="1" type="body"/>
          </p:nvPr>
        </p:nvSpPr>
        <p:spPr>
          <a:xfrm>
            <a:off x="251400" y="125600"/>
            <a:ext cx="1468500" cy="2505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SECTION_HEADER_1_2_2">
    <p:bg>
      <p:bgPr>
        <a:solidFill>
          <a:schemeClr val="lt1"/>
        </a:solidFill>
      </p:bgPr>
    </p:bg>
    <p:spTree>
      <p:nvGrpSpPr>
        <p:cNvPr id="500" name="Shape 500"/>
        <p:cNvGrpSpPr/>
        <p:nvPr/>
      </p:nvGrpSpPr>
      <p:grpSpPr>
        <a:xfrm>
          <a:off x="0" y="0"/>
          <a:ext cx="0" cy="0"/>
          <a:chOff x="0" y="0"/>
          <a:chExt cx="0" cy="0"/>
        </a:xfrm>
      </p:grpSpPr>
      <p:sp>
        <p:nvSpPr>
          <p:cNvPr id="501" name="Google Shape;501;p41"/>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2" name="Google Shape;502;p41"/>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3" name="Google Shape;503;p41"/>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4" name="Google Shape;504;p41"/>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5" name="Google Shape;505;p41"/>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6" name="Google Shape;506;p41"/>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7" name="Google Shape;507;p41"/>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8" name="Google Shape;508;p41"/>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9" name="Google Shape;509;p41"/>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0" name="Google Shape;510;p41"/>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1" name="Google Shape;511;p41"/>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2" name="Google Shape;512;p41"/>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3" name="Google Shape;513;p41"/>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4" name="Google Shape;514;p41"/>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5" name="Google Shape;515;p41"/>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6" name="Google Shape;516;p41"/>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517" name="Google Shape;517;p41"/>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8" name="Google Shape;518;p41"/>
          <p:cNvSpPr txBox="1"/>
          <p:nvPr>
            <p:ph idx="1" type="body"/>
          </p:nvPr>
        </p:nvSpPr>
        <p:spPr>
          <a:xfrm>
            <a:off x="6321550" y="612450"/>
            <a:ext cx="2173800" cy="38841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4_1">
    <p:spTree>
      <p:nvGrpSpPr>
        <p:cNvPr id="519" name="Shape 519"/>
        <p:cNvGrpSpPr/>
        <p:nvPr/>
      </p:nvGrpSpPr>
      <p:grpSpPr>
        <a:xfrm>
          <a:off x="0" y="0"/>
          <a:ext cx="0" cy="0"/>
          <a:chOff x="0" y="0"/>
          <a:chExt cx="0" cy="0"/>
        </a:xfrm>
      </p:grpSpPr>
      <p:cxnSp>
        <p:nvCxnSpPr>
          <p:cNvPr id="520" name="Google Shape;520;p42"/>
          <p:cNvCxnSpPr/>
          <p:nvPr/>
        </p:nvCxnSpPr>
        <p:spPr>
          <a:xfrm rot="10800000">
            <a:off x="-3050" y="1664200"/>
            <a:ext cx="9150000" cy="0"/>
          </a:xfrm>
          <a:prstGeom prst="straightConnector1">
            <a:avLst/>
          </a:prstGeom>
          <a:noFill/>
          <a:ln cap="flat" cmpd="sng" w="19050">
            <a:solidFill>
              <a:schemeClr val="accent2"/>
            </a:solidFill>
            <a:prstDash val="solid"/>
            <a:round/>
            <a:headEnd len="med" w="med" type="none"/>
            <a:tailEnd len="med" w="med" type="none"/>
          </a:ln>
        </p:spPr>
      </p:cxnSp>
      <p:sp>
        <p:nvSpPr>
          <p:cNvPr id="521" name="Google Shape;521;p42"/>
          <p:cNvSpPr/>
          <p:nvPr/>
        </p:nvSpPr>
        <p:spPr>
          <a:xfrm flipH="1">
            <a:off x="801804" y="1244700"/>
            <a:ext cx="4232100" cy="418500"/>
          </a:xfrm>
          <a:prstGeom prst="round2SameRect">
            <a:avLst>
              <a:gd fmla="val 16667" name="adj1"/>
              <a:gd fmla="val 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2" name="Google Shape;522;p42"/>
          <p:cNvCxnSpPr/>
          <p:nvPr/>
        </p:nvCxnSpPr>
        <p:spPr>
          <a:xfrm rot="10800000">
            <a:off x="-2925" y="2295250"/>
            <a:ext cx="9150000" cy="0"/>
          </a:xfrm>
          <a:prstGeom prst="straightConnector1">
            <a:avLst/>
          </a:prstGeom>
          <a:noFill/>
          <a:ln cap="flat" cmpd="sng" w="19050">
            <a:solidFill>
              <a:schemeClr val="accent5"/>
            </a:solidFill>
            <a:prstDash val="solid"/>
            <a:round/>
            <a:headEnd len="med" w="med" type="none"/>
            <a:tailEnd len="med" w="med" type="none"/>
          </a:ln>
        </p:spPr>
      </p:cxnSp>
      <p:sp>
        <p:nvSpPr>
          <p:cNvPr id="523" name="Google Shape;523;p42"/>
          <p:cNvSpPr/>
          <p:nvPr/>
        </p:nvSpPr>
        <p:spPr>
          <a:xfrm flipH="1">
            <a:off x="801874" y="1875750"/>
            <a:ext cx="4232100" cy="418500"/>
          </a:xfrm>
          <a:prstGeom prst="round2SameRect">
            <a:avLst>
              <a:gd fmla="val 16667" name="adj1"/>
              <a:gd fmla="val 0"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4" name="Google Shape;524;p42"/>
          <p:cNvCxnSpPr/>
          <p:nvPr/>
        </p:nvCxnSpPr>
        <p:spPr>
          <a:xfrm rot="10800000">
            <a:off x="-2925" y="2926529"/>
            <a:ext cx="9150000" cy="0"/>
          </a:xfrm>
          <a:prstGeom prst="straightConnector1">
            <a:avLst/>
          </a:prstGeom>
          <a:noFill/>
          <a:ln cap="flat" cmpd="sng" w="19050">
            <a:solidFill>
              <a:schemeClr val="lt2"/>
            </a:solidFill>
            <a:prstDash val="solid"/>
            <a:round/>
            <a:headEnd len="med" w="med" type="none"/>
            <a:tailEnd len="med" w="med" type="none"/>
          </a:ln>
        </p:spPr>
      </p:cxnSp>
      <p:sp>
        <p:nvSpPr>
          <p:cNvPr id="525" name="Google Shape;525;p42"/>
          <p:cNvSpPr/>
          <p:nvPr/>
        </p:nvSpPr>
        <p:spPr>
          <a:xfrm flipH="1">
            <a:off x="801874" y="2507025"/>
            <a:ext cx="4232100" cy="418500"/>
          </a:xfrm>
          <a:prstGeom prst="round2SameRect">
            <a:avLst>
              <a:gd fmla="val 16667"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6" name="Google Shape;526;p42"/>
          <p:cNvCxnSpPr/>
          <p:nvPr/>
        </p:nvCxnSpPr>
        <p:spPr>
          <a:xfrm rot="10800000">
            <a:off x="-2925" y="3564875"/>
            <a:ext cx="9150000" cy="0"/>
          </a:xfrm>
          <a:prstGeom prst="straightConnector1">
            <a:avLst/>
          </a:prstGeom>
          <a:noFill/>
          <a:ln cap="flat" cmpd="sng" w="19050">
            <a:solidFill>
              <a:schemeClr val="accent1"/>
            </a:solidFill>
            <a:prstDash val="solid"/>
            <a:round/>
            <a:headEnd len="med" w="med" type="none"/>
            <a:tailEnd len="med" w="med" type="none"/>
          </a:ln>
        </p:spPr>
      </p:cxnSp>
      <p:sp>
        <p:nvSpPr>
          <p:cNvPr id="527" name="Google Shape;527;p42"/>
          <p:cNvSpPr/>
          <p:nvPr/>
        </p:nvSpPr>
        <p:spPr>
          <a:xfrm flipH="1">
            <a:off x="801874" y="3145375"/>
            <a:ext cx="4232100" cy="418500"/>
          </a:xfrm>
          <a:prstGeom prst="round2SameRect">
            <a:avLst>
              <a:gd fmla="val 16667"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8" name="Google Shape;528;p42"/>
          <p:cNvCxnSpPr/>
          <p:nvPr/>
        </p:nvCxnSpPr>
        <p:spPr>
          <a:xfrm rot="10800000">
            <a:off x="-3050" y="4199402"/>
            <a:ext cx="9150000" cy="0"/>
          </a:xfrm>
          <a:prstGeom prst="straightConnector1">
            <a:avLst/>
          </a:prstGeom>
          <a:noFill/>
          <a:ln cap="flat" cmpd="sng" w="19050">
            <a:solidFill>
              <a:schemeClr val="accent4"/>
            </a:solidFill>
            <a:prstDash val="solid"/>
            <a:round/>
            <a:headEnd len="med" w="med" type="none"/>
            <a:tailEnd len="med" w="med" type="none"/>
          </a:ln>
        </p:spPr>
      </p:cxnSp>
      <p:sp>
        <p:nvSpPr>
          <p:cNvPr id="529" name="Google Shape;529;p42"/>
          <p:cNvSpPr/>
          <p:nvPr/>
        </p:nvSpPr>
        <p:spPr>
          <a:xfrm flipH="1">
            <a:off x="801729" y="3779900"/>
            <a:ext cx="4232100" cy="418500"/>
          </a:xfrm>
          <a:prstGeom prst="round2SameRect">
            <a:avLst>
              <a:gd fmla="val 16667" name="adj1"/>
              <a:gd fmla="val 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0" name="Google Shape;530;p42"/>
          <p:cNvSpPr txBox="1"/>
          <p:nvPr>
            <p:ph idx="1" type="subTitle"/>
          </p:nvPr>
        </p:nvSpPr>
        <p:spPr>
          <a:xfrm>
            <a:off x="802850" y="12457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1" name="Google Shape;531;p42"/>
          <p:cNvSpPr txBox="1"/>
          <p:nvPr>
            <p:ph idx="2" type="subTitle"/>
          </p:nvPr>
        </p:nvSpPr>
        <p:spPr>
          <a:xfrm>
            <a:off x="801725" y="187587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2" name="Google Shape;532;p42"/>
          <p:cNvSpPr txBox="1"/>
          <p:nvPr>
            <p:ph idx="3" type="subTitle"/>
          </p:nvPr>
        </p:nvSpPr>
        <p:spPr>
          <a:xfrm>
            <a:off x="801725" y="2510050"/>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3" name="Google Shape;533;p42"/>
          <p:cNvSpPr txBox="1"/>
          <p:nvPr>
            <p:ph idx="4" type="subTitle"/>
          </p:nvPr>
        </p:nvSpPr>
        <p:spPr>
          <a:xfrm>
            <a:off x="802850" y="31450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4" name="Google Shape;534;p42"/>
          <p:cNvSpPr txBox="1"/>
          <p:nvPr>
            <p:ph idx="5" type="subTitle"/>
          </p:nvPr>
        </p:nvSpPr>
        <p:spPr>
          <a:xfrm>
            <a:off x="802850" y="3780700"/>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5" name="Google Shape;535;p42"/>
          <p:cNvSpPr txBox="1"/>
          <p:nvPr>
            <p:ph type="title"/>
          </p:nvPr>
        </p:nvSpPr>
        <p:spPr>
          <a:xfrm>
            <a:off x="251400" y="180775"/>
            <a:ext cx="8685900" cy="10224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cxnSp>
        <p:nvCxnSpPr>
          <p:cNvPr id="536" name="Google Shape;536;p42"/>
          <p:cNvCxnSpPr/>
          <p:nvPr/>
        </p:nvCxnSpPr>
        <p:spPr>
          <a:xfrm rot="10800000">
            <a:off x="-3050" y="4833927"/>
            <a:ext cx="9150000" cy="0"/>
          </a:xfrm>
          <a:prstGeom prst="straightConnector1">
            <a:avLst/>
          </a:prstGeom>
          <a:noFill/>
          <a:ln cap="flat" cmpd="sng" w="19050">
            <a:solidFill>
              <a:schemeClr val="accent6"/>
            </a:solidFill>
            <a:prstDash val="solid"/>
            <a:round/>
            <a:headEnd len="med" w="med" type="none"/>
            <a:tailEnd len="med" w="med" type="none"/>
          </a:ln>
        </p:spPr>
      </p:cxnSp>
      <p:sp>
        <p:nvSpPr>
          <p:cNvPr id="537" name="Google Shape;537;p42"/>
          <p:cNvSpPr/>
          <p:nvPr/>
        </p:nvSpPr>
        <p:spPr>
          <a:xfrm flipH="1">
            <a:off x="801729" y="4414425"/>
            <a:ext cx="4232100" cy="418500"/>
          </a:xfrm>
          <a:prstGeom prst="round2SameRect">
            <a:avLst>
              <a:gd fmla="val 16667" name="adj1"/>
              <a:gd fmla="val 0" name="adj2"/>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8" name="Google Shape;538;p42"/>
          <p:cNvSpPr txBox="1"/>
          <p:nvPr>
            <p:ph idx="6" type="subTitle"/>
          </p:nvPr>
        </p:nvSpPr>
        <p:spPr>
          <a:xfrm>
            <a:off x="802850" y="44152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7_1">
    <p:spTree>
      <p:nvGrpSpPr>
        <p:cNvPr id="539" name="Shape 539"/>
        <p:cNvGrpSpPr/>
        <p:nvPr/>
      </p:nvGrpSpPr>
      <p:grpSpPr>
        <a:xfrm>
          <a:off x="0" y="0"/>
          <a:ext cx="0" cy="0"/>
          <a:chOff x="0" y="0"/>
          <a:chExt cx="0" cy="0"/>
        </a:xfrm>
      </p:grpSpPr>
      <p:sp>
        <p:nvSpPr>
          <p:cNvPr id="540" name="Google Shape;540;p43"/>
          <p:cNvSpPr/>
          <p:nvPr>
            <p:ph idx="2" type="pic"/>
          </p:nvPr>
        </p:nvSpPr>
        <p:spPr>
          <a:xfrm>
            <a:off x="5925600" y="0"/>
            <a:ext cx="3218400" cy="5143500"/>
          </a:xfrm>
          <a:prstGeom prst="rect">
            <a:avLst/>
          </a:prstGeom>
          <a:noFill/>
          <a:ln>
            <a:noFill/>
          </a:ln>
        </p:spPr>
      </p:sp>
      <p:sp>
        <p:nvSpPr>
          <p:cNvPr id="541" name="Google Shape;541;p43"/>
          <p:cNvSpPr txBox="1"/>
          <p:nvPr>
            <p:ph idx="1" type="body"/>
          </p:nvPr>
        </p:nvSpPr>
        <p:spPr>
          <a:xfrm>
            <a:off x="390625" y="306925"/>
            <a:ext cx="3125400" cy="1685700"/>
          </a:xfrm>
          <a:prstGeom prst="rect">
            <a:avLst/>
          </a:prstGeom>
          <a:noFill/>
          <a:ln>
            <a:noFill/>
          </a:ln>
        </p:spPr>
        <p:txBody>
          <a:bodyPr anchorCtr="0" anchor="ctr" bIns="0" lIns="0" spcFirstLastPara="1" rIns="0" wrap="square" tIns="91425">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542" name="Google Shape;542;p43"/>
          <p:cNvSpPr txBox="1"/>
          <p:nvPr>
            <p:ph type="title"/>
          </p:nvPr>
        </p:nvSpPr>
        <p:spPr>
          <a:xfrm>
            <a:off x="274550" y="3283900"/>
            <a:ext cx="5430900" cy="16857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23_2_1_2">
    <p:spTree>
      <p:nvGrpSpPr>
        <p:cNvPr id="543" name="Shape 543"/>
        <p:cNvGrpSpPr/>
        <p:nvPr/>
      </p:nvGrpSpPr>
      <p:grpSpPr>
        <a:xfrm>
          <a:off x="0" y="0"/>
          <a:ext cx="0" cy="0"/>
          <a:chOff x="0" y="0"/>
          <a:chExt cx="0" cy="0"/>
        </a:xfrm>
      </p:grpSpPr>
      <p:sp>
        <p:nvSpPr>
          <p:cNvPr id="544" name="Google Shape;544;p44"/>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5" name="Google Shape;545;p44"/>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6" name="Google Shape;546;p44"/>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7" name="Google Shape;547;p44"/>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8" name="Google Shape;548;p44"/>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9" name="Google Shape;549;p44"/>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0" name="Google Shape;550;p44"/>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1" name="Google Shape;551;p44"/>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2" name="Google Shape;552;p44"/>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3" name="Google Shape;553;p44"/>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4" name="Google Shape;554;p44"/>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5" name="Google Shape;555;p44"/>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6" name="Google Shape;556;p44"/>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7" name="Google Shape;557;p44"/>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8" name="Google Shape;558;p44"/>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9" name="Google Shape;559;p44"/>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0" name="Google Shape;560;p44"/>
          <p:cNvSpPr txBox="1"/>
          <p:nvPr>
            <p:ph idx="1" type="body"/>
          </p:nvPr>
        </p:nvSpPr>
        <p:spPr>
          <a:xfrm>
            <a:off x="3105200" y="1718575"/>
            <a:ext cx="21738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61" name="Google Shape;561;p44"/>
          <p:cNvSpPr txBox="1"/>
          <p:nvPr>
            <p:ph idx="2" type="subTitle"/>
          </p:nvPr>
        </p:nvSpPr>
        <p:spPr>
          <a:xfrm>
            <a:off x="3017300" y="6032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62" name="Google Shape;562;p44"/>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3" name="Google Shape;563;p44"/>
          <p:cNvSpPr txBox="1"/>
          <p:nvPr>
            <p:ph idx="3" type="body"/>
          </p:nvPr>
        </p:nvSpPr>
        <p:spPr>
          <a:xfrm>
            <a:off x="6321550" y="1718575"/>
            <a:ext cx="21738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64" name="Google Shape;564;p44"/>
          <p:cNvSpPr txBox="1"/>
          <p:nvPr>
            <p:ph idx="4" type="subTitle"/>
          </p:nvPr>
        </p:nvSpPr>
        <p:spPr>
          <a:xfrm>
            <a:off x="6233650" y="6032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65" name="Google Shape;565;p44"/>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0_1">
    <p:spTree>
      <p:nvGrpSpPr>
        <p:cNvPr id="566" name="Shape 566"/>
        <p:cNvGrpSpPr/>
        <p:nvPr/>
      </p:nvGrpSpPr>
      <p:grpSpPr>
        <a:xfrm>
          <a:off x="0" y="0"/>
          <a:ext cx="0" cy="0"/>
          <a:chOff x="0" y="0"/>
          <a:chExt cx="0" cy="0"/>
        </a:xfrm>
      </p:grpSpPr>
      <p:sp>
        <p:nvSpPr>
          <p:cNvPr id="567" name="Google Shape;567;p45"/>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8" name="Google Shape;568;p45"/>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9" name="Google Shape;569;p45"/>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0" name="Google Shape;570;p45"/>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1" name="Google Shape;571;p45"/>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2" name="Google Shape;572;p45"/>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3" name="Google Shape;573;p45"/>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4" name="Google Shape;574;p45"/>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5" name="Google Shape;575;p45"/>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6" name="Google Shape;576;p45"/>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7" name="Google Shape;577;p45"/>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8" name="Google Shape;578;p45"/>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9" name="Google Shape;579;p45"/>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0" name="Google Shape;580;p45"/>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1" name="Google Shape;581;p45"/>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2" name="Google Shape;582;p45"/>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3" name="Google Shape;583;p45"/>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4" name="Google Shape;584;p45"/>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5" name="Google Shape;585;p45"/>
          <p:cNvSpPr/>
          <p:nvPr/>
        </p:nvSpPr>
        <p:spPr>
          <a:xfrm>
            <a:off x="326134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6" name="Google Shape;586;p45"/>
          <p:cNvSpPr/>
          <p:nvPr/>
        </p:nvSpPr>
        <p:spPr>
          <a:xfrm>
            <a:off x="609600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7" name="Google Shape;587;p45"/>
          <p:cNvSpPr/>
          <p:nvPr/>
        </p:nvSpPr>
        <p:spPr>
          <a:xfrm>
            <a:off x="426698"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8" name="Google Shape;588;p45"/>
          <p:cNvSpPr txBox="1"/>
          <p:nvPr>
            <p:ph idx="1" type="body"/>
          </p:nvPr>
        </p:nvSpPr>
        <p:spPr>
          <a:xfrm>
            <a:off x="632900" y="1708100"/>
            <a:ext cx="2173800" cy="16590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589" name="Google Shape;589;p45"/>
          <p:cNvSpPr txBox="1"/>
          <p:nvPr>
            <p:ph idx="2" type="body"/>
          </p:nvPr>
        </p:nvSpPr>
        <p:spPr>
          <a:xfrm>
            <a:off x="3474200" y="1708100"/>
            <a:ext cx="2173800" cy="16590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90" name="Google Shape;590;p45"/>
          <p:cNvSpPr txBox="1"/>
          <p:nvPr>
            <p:ph idx="3" type="body"/>
          </p:nvPr>
        </p:nvSpPr>
        <p:spPr>
          <a:xfrm>
            <a:off x="6315500" y="1708100"/>
            <a:ext cx="2173800" cy="16590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91" name="Google Shape;591;p45"/>
          <p:cNvSpPr txBox="1"/>
          <p:nvPr>
            <p:ph type="title"/>
          </p:nvPr>
        </p:nvSpPr>
        <p:spPr>
          <a:xfrm>
            <a:off x="314425" y="3904925"/>
            <a:ext cx="7600800" cy="1138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592" name="Google Shape;592;p45"/>
          <p:cNvSpPr txBox="1"/>
          <p:nvPr>
            <p:ph idx="4" type="subTitle"/>
          </p:nvPr>
        </p:nvSpPr>
        <p:spPr>
          <a:xfrm>
            <a:off x="60655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93" name="Google Shape;593;p45"/>
          <p:cNvSpPr txBox="1"/>
          <p:nvPr>
            <p:ph idx="5" type="subTitle"/>
          </p:nvPr>
        </p:nvSpPr>
        <p:spPr>
          <a:xfrm>
            <a:off x="344120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94" name="Google Shape;594;p45"/>
          <p:cNvSpPr txBox="1"/>
          <p:nvPr>
            <p:ph idx="6" type="subTitle"/>
          </p:nvPr>
        </p:nvSpPr>
        <p:spPr>
          <a:xfrm>
            <a:off x="627585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20_1_1">
    <p:spTree>
      <p:nvGrpSpPr>
        <p:cNvPr id="595" name="Shape 595"/>
        <p:cNvGrpSpPr/>
        <p:nvPr/>
      </p:nvGrpSpPr>
      <p:grpSpPr>
        <a:xfrm>
          <a:off x="0" y="0"/>
          <a:ext cx="0" cy="0"/>
          <a:chOff x="0" y="0"/>
          <a:chExt cx="0" cy="0"/>
        </a:xfrm>
      </p:grpSpPr>
      <p:sp>
        <p:nvSpPr>
          <p:cNvPr id="596" name="Google Shape;596;p46"/>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7" name="Google Shape;597;p4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8" name="Google Shape;598;p4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9" name="Google Shape;599;p4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0" name="Google Shape;600;p46"/>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1" name="Google Shape;601;p4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2" name="Google Shape;602;p4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3" name="Google Shape;603;p46"/>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4" name="Google Shape;604;p4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5" name="Google Shape;605;p46"/>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6" name="Google Shape;606;p46"/>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7" name="Google Shape;607;p46"/>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8" name="Google Shape;608;p46"/>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9" name="Google Shape;609;p46"/>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0" name="Google Shape;610;p4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1" name="Google Shape;611;p4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2" name="Google Shape;612;p4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3" name="Google Shape;613;p4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4" name="Google Shape;614;p46"/>
          <p:cNvSpPr/>
          <p:nvPr/>
        </p:nvSpPr>
        <p:spPr>
          <a:xfrm>
            <a:off x="246850"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5" name="Google Shape;615;p46"/>
          <p:cNvSpPr txBox="1"/>
          <p:nvPr>
            <p:ph idx="1" type="body"/>
          </p:nvPr>
        </p:nvSpPr>
        <p:spPr>
          <a:xfrm>
            <a:off x="335675" y="1708100"/>
            <a:ext cx="1753800" cy="17667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16" name="Google Shape;616;p46"/>
          <p:cNvSpPr txBox="1"/>
          <p:nvPr>
            <p:ph type="title"/>
          </p:nvPr>
        </p:nvSpPr>
        <p:spPr>
          <a:xfrm>
            <a:off x="314425" y="3904925"/>
            <a:ext cx="7600800" cy="1138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617" name="Google Shape;617;p46"/>
          <p:cNvSpPr txBox="1"/>
          <p:nvPr>
            <p:ph idx="2" type="subTitle"/>
          </p:nvPr>
        </p:nvSpPr>
        <p:spPr>
          <a:xfrm>
            <a:off x="31442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18" name="Google Shape;618;p46"/>
          <p:cNvSpPr/>
          <p:nvPr/>
        </p:nvSpPr>
        <p:spPr>
          <a:xfrm>
            <a:off x="2476617"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9" name="Google Shape;619;p46"/>
          <p:cNvSpPr/>
          <p:nvPr/>
        </p:nvSpPr>
        <p:spPr>
          <a:xfrm>
            <a:off x="4706383"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0" name="Google Shape;620;p46"/>
          <p:cNvSpPr/>
          <p:nvPr/>
        </p:nvSpPr>
        <p:spPr>
          <a:xfrm>
            <a:off x="6936150"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1" name="Google Shape;621;p46"/>
          <p:cNvSpPr txBox="1"/>
          <p:nvPr>
            <p:ph idx="3" type="body"/>
          </p:nvPr>
        </p:nvSpPr>
        <p:spPr>
          <a:xfrm>
            <a:off x="256612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2" name="Google Shape;622;p46"/>
          <p:cNvSpPr txBox="1"/>
          <p:nvPr>
            <p:ph idx="4" type="subTitle"/>
          </p:nvPr>
        </p:nvSpPr>
        <p:spPr>
          <a:xfrm>
            <a:off x="2544863"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23" name="Google Shape;623;p46"/>
          <p:cNvSpPr txBox="1"/>
          <p:nvPr>
            <p:ph idx="5" type="body"/>
          </p:nvPr>
        </p:nvSpPr>
        <p:spPr>
          <a:xfrm>
            <a:off x="479587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4" name="Google Shape;624;p46"/>
          <p:cNvSpPr txBox="1"/>
          <p:nvPr>
            <p:ph idx="6" type="subTitle"/>
          </p:nvPr>
        </p:nvSpPr>
        <p:spPr>
          <a:xfrm>
            <a:off x="477462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25" name="Google Shape;625;p46"/>
          <p:cNvSpPr txBox="1"/>
          <p:nvPr>
            <p:ph idx="7" type="body"/>
          </p:nvPr>
        </p:nvSpPr>
        <p:spPr>
          <a:xfrm>
            <a:off x="702562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6" name="Google Shape;626;p46"/>
          <p:cNvSpPr txBox="1"/>
          <p:nvPr>
            <p:ph idx="8" type="subTitle"/>
          </p:nvPr>
        </p:nvSpPr>
        <p:spPr>
          <a:xfrm>
            <a:off x="700437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23_3">
    <p:spTree>
      <p:nvGrpSpPr>
        <p:cNvPr id="627" name="Shape 627"/>
        <p:cNvGrpSpPr/>
        <p:nvPr/>
      </p:nvGrpSpPr>
      <p:grpSpPr>
        <a:xfrm>
          <a:off x="0" y="0"/>
          <a:ext cx="0" cy="0"/>
          <a:chOff x="0" y="0"/>
          <a:chExt cx="0" cy="0"/>
        </a:xfrm>
      </p:grpSpPr>
      <p:sp>
        <p:nvSpPr>
          <p:cNvPr id="628" name="Google Shape;628;p47"/>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629" name="Google Shape;629;p47"/>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0" name="Google Shape;630;p47"/>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1" name="Google Shape;631;p47"/>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2" name="Google Shape;632;p47"/>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3" name="Google Shape;633;p47"/>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4" name="Google Shape;634;p47"/>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5" name="Google Shape;635;p47"/>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6" name="Google Shape;636;p47"/>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7" name="Google Shape;637;p47"/>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8" name="Google Shape;638;p47"/>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9" name="Google Shape;639;p47"/>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0" name="Google Shape;640;p47"/>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1" name="Google Shape;641;p47"/>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2" name="Google Shape;642;p47"/>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3" name="Google Shape;643;p47"/>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4" name="Google Shape;644;p47"/>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5" name="Google Shape;645;p47"/>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6" name="Google Shape;646;p47"/>
          <p:cNvSpPr/>
          <p:nvPr>
            <p:ph idx="2" type="pic"/>
          </p:nvPr>
        </p:nvSpPr>
        <p:spPr>
          <a:xfrm>
            <a:off x="3017300" y="586450"/>
            <a:ext cx="2439000" cy="1429500"/>
          </a:xfrm>
          <a:prstGeom prst="roundRect">
            <a:avLst>
              <a:gd fmla="val 10672" name="adj"/>
            </a:avLst>
          </a:prstGeom>
          <a:noFill/>
          <a:ln>
            <a:noFill/>
          </a:ln>
        </p:spPr>
      </p:sp>
      <p:sp>
        <p:nvSpPr>
          <p:cNvPr id="647" name="Google Shape;647;p47"/>
          <p:cNvSpPr/>
          <p:nvPr>
            <p:ph idx="3" type="pic"/>
          </p:nvPr>
        </p:nvSpPr>
        <p:spPr>
          <a:xfrm>
            <a:off x="6205700" y="586450"/>
            <a:ext cx="2439000" cy="1429500"/>
          </a:xfrm>
          <a:prstGeom prst="roundRect">
            <a:avLst>
              <a:gd fmla="val 10672" name="adj"/>
            </a:avLst>
          </a:prstGeom>
          <a:noFill/>
          <a:ln>
            <a:noFill/>
          </a:ln>
        </p:spPr>
      </p:sp>
      <p:sp>
        <p:nvSpPr>
          <p:cNvPr id="648" name="Google Shape;648;p47"/>
          <p:cNvSpPr txBox="1"/>
          <p:nvPr>
            <p:ph idx="1" type="body"/>
          </p:nvPr>
        </p:nvSpPr>
        <p:spPr>
          <a:xfrm>
            <a:off x="3105200" y="2506300"/>
            <a:ext cx="2173800" cy="19902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49" name="Google Shape;649;p47"/>
          <p:cNvSpPr txBox="1"/>
          <p:nvPr>
            <p:ph idx="4" type="subTitle"/>
          </p:nvPr>
        </p:nvSpPr>
        <p:spPr>
          <a:xfrm>
            <a:off x="3017300" y="1886500"/>
            <a:ext cx="2261700" cy="661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50" name="Google Shape;650;p47"/>
          <p:cNvSpPr txBox="1"/>
          <p:nvPr>
            <p:ph idx="5" type="body"/>
          </p:nvPr>
        </p:nvSpPr>
        <p:spPr>
          <a:xfrm>
            <a:off x="6293600" y="2506300"/>
            <a:ext cx="2173800" cy="19902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51" name="Google Shape;651;p47"/>
          <p:cNvSpPr txBox="1"/>
          <p:nvPr>
            <p:ph idx="6" type="subTitle"/>
          </p:nvPr>
        </p:nvSpPr>
        <p:spPr>
          <a:xfrm>
            <a:off x="6205700" y="1886500"/>
            <a:ext cx="2261700" cy="661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52" name="Google Shape;652;p47"/>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20_1_2">
    <p:spTree>
      <p:nvGrpSpPr>
        <p:cNvPr id="653" name="Shape 653"/>
        <p:cNvGrpSpPr/>
        <p:nvPr/>
      </p:nvGrpSpPr>
      <p:grpSpPr>
        <a:xfrm>
          <a:off x="0" y="0"/>
          <a:ext cx="0" cy="0"/>
          <a:chOff x="0" y="0"/>
          <a:chExt cx="0" cy="0"/>
        </a:xfrm>
      </p:grpSpPr>
      <p:sp>
        <p:nvSpPr>
          <p:cNvPr id="654" name="Google Shape;654;p48"/>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5" name="Google Shape;655;p4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6" name="Google Shape;656;p4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7" name="Google Shape;657;p4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8" name="Google Shape;658;p48"/>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9" name="Google Shape;659;p4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0" name="Google Shape;660;p4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1" name="Google Shape;661;p48"/>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2" name="Google Shape;662;p4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3" name="Google Shape;663;p48"/>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4" name="Google Shape;664;p48"/>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5" name="Google Shape;665;p48"/>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6" name="Google Shape;666;p48"/>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7" name="Google Shape;667;p48"/>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8" name="Google Shape;668;p4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9" name="Google Shape;669;p4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0" name="Google Shape;670;p4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1" name="Google Shape;671;p4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2" name="Google Shape;672;p48"/>
          <p:cNvSpPr/>
          <p:nvPr/>
        </p:nvSpPr>
        <p:spPr>
          <a:xfrm>
            <a:off x="42670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3" name="Google Shape;673;p48"/>
          <p:cNvSpPr txBox="1"/>
          <p:nvPr>
            <p:ph idx="1" type="body"/>
          </p:nvPr>
        </p:nvSpPr>
        <p:spPr>
          <a:xfrm>
            <a:off x="632900" y="2249863"/>
            <a:ext cx="2173800" cy="14754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74" name="Google Shape;674;p48"/>
          <p:cNvSpPr txBox="1"/>
          <p:nvPr>
            <p:ph type="title"/>
          </p:nvPr>
        </p:nvSpPr>
        <p:spPr>
          <a:xfrm>
            <a:off x="314425" y="3904925"/>
            <a:ext cx="7600800" cy="113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675" name="Google Shape;675;p48"/>
          <p:cNvSpPr txBox="1"/>
          <p:nvPr>
            <p:ph idx="2" type="subTitle"/>
          </p:nvPr>
        </p:nvSpPr>
        <p:spPr>
          <a:xfrm>
            <a:off x="60655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76" name="Google Shape;676;p48"/>
          <p:cNvSpPr/>
          <p:nvPr>
            <p:ph idx="3" type="pic"/>
          </p:nvPr>
        </p:nvSpPr>
        <p:spPr>
          <a:xfrm>
            <a:off x="613100" y="475988"/>
            <a:ext cx="2213400" cy="1133700"/>
          </a:xfrm>
          <a:prstGeom prst="roundRect">
            <a:avLst>
              <a:gd fmla="val 10672" name="adj"/>
            </a:avLst>
          </a:prstGeom>
          <a:noFill/>
          <a:ln>
            <a:noFill/>
          </a:ln>
        </p:spPr>
      </p:sp>
      <p:sp>
        <p:nvSpPr>
          <p:cNvPr id="677" name="Google Shape;677;p48"/>
          <p:cNvSpPr/>
          <p:nvPr/>
        </p:nvSpPr>
        <p:spPr>
          <a:xfrm>
            <a:off x="326135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8" name="Google Shape;678;p48"/>
          <p:cNvSpPr txBox="1"/>
          <p:nvPr>
            <p:ph idx="4" type="body"/>
          </p:nvPr>
        </p:nvSpPr>
        <p:spPr>
          <a:xfrm>
            <a:off x="3467550" y="2249863"/>
            <a:ext cx="2173800" cy="14754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79" name="Google Shape;679;p48"/>
          <p:cNvSpPr txBox="1"/>
          <p:nvPr>
            <p:ph idx="5" type="subTitle"/>
          </p:nvPr>
        </p:nvSpPr>
        <p:spPr>
          <a:xfrm>
            <a:off x="344120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80" name="Google Shape;680;p48"/>
          <p:cNvSpPr/>
          <p:nvPr>
            <p:ph idx="6" type="pic"/>
          </p:nvPr>
        </p:nvSpPr>
        <p:spPr>
          <a:xfrm>
            <a:off x="3447750" y="475988"/>
            <a:ext cx="2213400" cy="1133700"/>
          </a:xfrm>
          <a:prstGeom prst="roundRect">
            <a:avLst>
              <a:gd fmla="val 10672" name="adj"/>
            </a:avLst>
          </a:prstGeom>
          <a:noFill/>
          <a:ln>
            <a:noFill/>
          </a:ln>
        </p:spPr>
      </p:sp>
      <p:sp>
        <p:nvSpPr>
          <p:cNvPr id="681" name="Google Shape;681;p48"/>
          <p:cNvSpPr/>
          <p:nvPr/>
        </p:nvSpPr>
        <p:spPr>
          <a:xfrm>
            <a:off x="609600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82" name="Google Shape;682;p48"/>
          <p:cNvSpPr txBox="1"/>
          <p:nvPr>
            <p:ph idx="7" type="body"/>
          </p:nvPr>
        </p:nvSpPr>
        <p:spPr>
          <a:xfrm>
            <a:off x="6302200" y="2249863"/>
            <a:ext cx="2173800" cy="14754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83" name="Google Shape;683;p48"/>
          <p:cNvSpPr txBox="1"/>
          <p:nvPr>
            <p:ph idx="8" type="subTitle"/>
          </p:nvPr>
        </p:nvSpPr>
        <p:spPr>
          <a:xfrm>
            <a:off x="627585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84" name="Google Shape;684;p48"/>
          <p:cNvSpPr/>
          <p:nvPr>
            <p:ph idx="9" type="pic"/>
          </p:nvPr>
        </p:nvSpPr>
        <p:spPr>
          <a:xfrm>
            <a:off x="6282400" y="475988"/>
            <a:ext cx="2213400" cy="1133700"/>
          </a:xfrm>
          <a:prstGeom prst="roundRect">
            <a:avLst>
              <a:gd fmla="val 10672" name="adj"/>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21_1_1_1_2">
    <p:spTree>
      <p:nvGrpSpPr>
        <p:cNvPr id="685" name="Shape 685"/>
        <p:cNvGrpSpPr/>
        <p:nvPr/>
      </p:nvGrpSpPr>
      <p:grpSpPr>
        <a:xfrm>
          <a:off x="0" y="0"/>
          <a:ext cx="0" cy="0"/>
          <a:chOff x="0" y="0"/>
          <a:chExt cx="0" cy="0"/>
        </a:xfrm>
      </p:grpSpPr>
      <p:sp>
        <p:nvSpPr>
          <p:cNvPr id="686" name="Google Shape;686;p49"/>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7" name="Google Shape;687;p49"/>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8" name="Google Shape;688;p49"/>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9" name="Google Shape;689;p49"/>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0" name="Google Shape;690;p49"/>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1" name="Google Shape;691;p49"/>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2" name="Google Shape;692;p49"/>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3" name="Google Shape;693;p49"/>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4" name="Google Shape;694;p49"/>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5" name="Google Shape;695;p49"/>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6" name="Google Shape;696;p49"/>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7" name="Google Shape;697;p49"/>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8" name="Google Shape;698;p49"/>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9" name="Google Shape;699;p49"/>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0" name="Google Shape;700;p49"/>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1" name="Google Shape;701;p49"/>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2" name="Google Shape;702;p49"/>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3" name="Google Shape;703;p49"/>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4" name="Google Shape;704;p49"/>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5" name="Google Shape;705;p49"/>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6" name="Google Shape;706;p49"/>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7" name="Google Shape;707;p49"/>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8" name="Google Shape;708;p49"/>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9" name="Google Shape;709;p49"/>
          <p:cNvSpPr/>
          <p:nvPr>
            <p:ph idx="2" type="pic"/>
          </p:nvPr>
        </p:nvSpPr>
        <p:spPr>
          <a:xfrm>
            <a:off x="1020450" y="1016000"/>
            <a:ext cx="7107600" cy="30480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21_1_2">
    <p:spTree>
      <p:nvGrpSpPr>
        <p:cNvPr id="710" name="Shape 710"/>
        <p:cNvGrpSpPr/>
        <p:nvPr/>
      </p:nvGrpSpPr>
      <p:grpSpPr>
        <a:xfrm>
          <a:off x="0" y="0"/>
          <a:ext cx="0" cy="0"/>
          <a:chOff x="0" y="0"/>
          <a:chExt cx="0" cy="0"/>
        </a:xfrm>
      </p:grpSpPr>
      <p:sp>
        <p:nvSpPr>
          <p:cNvPr id="711" name="Google Shape;711;p50"/>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2" name="Google Shape;712;p50"/>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3" name="Google Shape;713;p50"/>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4" name="Google Shape;714;p50"/>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5" name="Google Shape;715;p50"/>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6" name="Google Shape;716;p50"/>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7" name="Google Shape;717;p50"/>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8" name="Google Shape;718;p50"/>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9" name="Google Shape;719;p50"/>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0" name="Google Shape;720;p5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1" name="Google Shape;721;p50"/>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2" name="Google Shape;722;p5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3" name="Google Shape;723;p50"/>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4" name="Google Shape;724;p50"/>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5" name="Google Shape;725;p50"/>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6" name="Google Shape;726;p50"/>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7" name="Google Shape;727;p50"/>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8" name="Google Shape;728;p50"/>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 name="Google Shape;729;p50"/>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0" name="Google Shape;730;p50"/>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1" name="Google Shape;731;p50"/>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2" name="Google Shape;732;p50"/>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3" name="Google Shape;733;p50"/>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4" name="Google Shape;734;p50"/>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5" name="Google Shape;735;p50"/>
          <p:cNvSpPr txBox="1"/>
          <p:nvPr>
            <p:ph type="title"/>
          </p:nvPr>
        </p:nvSpPr>
        <p:spPr>
          <a:xfrm>
            <a:off x="314425" y="314675"/>
            <a:ext cx="8538000" cy="754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5"/>
              </a:buClr>
              <a:buSzPts val="6000"/>
              <a:buFont typeface="Caveat"/>
              <a:buNone/>
              <a:defRPr>
                <a:solidFill>
                  <a:schemeClr val="accent5"/>
                </a:solidFill>
              </a:defRPr>
            </a:lvl1pPr>
            <a:lvl2pPr lvl="1">
              <a:spcBef>
                <a:spcPts val="0"/>
              </a:spcBef>
              <a:spcAft>
                <a:spcPts val="0"/>
              </a:spcAft>
              <a:buClr>
                <a:schemeClr val="accent5"/>
              </a:buClr>
              <a:buSzPts val="6000"/>
              <a:buFont typeface="Caveat"/>
              <a:buNone/>
              <a:defRPr>
                <a:solidFill>
                  <a:schemeClr val="accent5"/>
                </a:solidFill>
              </a:defRPr>
            </a:lvl2pPr>
            <a:lvl3pPr lvl="2">
              <a:spcBef>
                <a:spcPts val="0"/>
              </a:spcBef>
              <a:spcAft>
                <a:spcPts val="0"/>
              </a:spcAft>
              <a:buClr>
                <a:schemeClr val="accent5"/>
              </a:buClr>
              <a:buSzPts val="6000"/>
              <a:buFont typeface="Caveat"/>
              <a:buNone/>
              <a:defRPr>
                <a:solidFill>
                  <a:schemeClr val="accent5"/>
                </a:solidFill>
              </a:defRPr>
            </a:lvl3pPr>
            <a:lvl4pPr lvl="3">
              <a:spcBef>
                <a:spcPts val="0"/>
              </a:spcBef>
              <a:spcAft>
                <a:spcPts val="0"/>
              </a:spcAft>
              <a:buClr>
                <a:schemeClr val="accent5"/>
              </a:buClr>
              <a:buSzPts val="6000"/>
              <a:buFont typeface="Caveat"/>
              <a:buNone/>
              <a:defRPr>
                <a:solidFill>
                  <a:schemeClr val="accent5"/>
                </a:solidFill>
              </a:defRPr>
            </a:lvl4pPr>
            <a:lvl5pPr lvl="4">
              <a:spcBef>
                <a:spcPts val="0"/>
              </a:spcBef>
              <a:spcAft>
                <a:spcPts val="0"/>
              </a:spcAft>
              <a:buClr>
                <a:schemeClr val="accent5"/>
              </a:buClr>
              <a:buSzPts val="6000"/>
              <a:buFont typeface="Caveat"/>
              <a:buNone/>
              <a:defRPr>
                <a:solidFill>
                  <a:schemeClr val="accent5"/>
                </a:solidFill>
              </a:defRPr>
            </a:lvl5pPr>
            <a:lvl6pPr lvl="5">
              <a:spcBef>
                <a:spcPts val="0"/>
              </a:spcBef>
              <a:spcAft>
                <a:spcPts val="0"/>
              </a:spcAft>
              <a:buClr>
                <a:schemeClr val="accent5"/>
              </a:buClr>
              <a:buSzPts val="6000"/>
              <a:buFont typeface="Caveat"/>
              <a:buNone/>
              <a:defRPr>
                <a:solidFill>
                  <a:schemeClr val="accent5"/>
                </a:solidFill>
              </a:defRPr>
            </a:lvl6pPr>
            <a:lvl7pPr lvl="6">
              <a:spcBef>
                <a:spcPts val="0"/>
              </a:spcBef>
              <a:spcAft>
                <a:spcPts val="0"/>
              </a:spcAft>
              <a:buClr>
                <a:schemeClr val="accent5"/>
              </a:buClr>
              <a:buSzPts val="6000"/>
              <a:buFont typeface="Caveat"/>
              <a:buNone/>
              <a:defRPr>
                <a:solidFill>
                  <a:schemeClr val="accent5"/>
                </a:solidFill>
              </a:defRPr>
            </a:lvl7pPr>
            <a:lvl8pPr lvl="7">
              <a:spcBef>
                <a:spcPts val="0"/>
              </a:spcBef>
              <a:spcAft>
                <a:spcPts val="0"/>
              </a:spcAft>
              <a:buClr>
                <a:schemeClr val="accent5"/>
              </a:buClr>
              <a:buSzPts val="6000"/>
              <a:buFont typeface="Caveat"/>
              <a:buNone/>
              <a:defRPr>
                <a:solidFill>
                  <a:schemeClr val="accent5"/>
                </a:solidFill>
              </a:defRPr>
            </a:lvl8pPr>
            <a:lvl9pPr lvl="8">
              <a:spcBef>
                <a:spcPts val="0"/>
              </a:spcBef>
              <a:spcAft>
                <a:spcPts val="0"/>
              </a:spcAft>
              <a:buClr>
                <a:schemeClr val="accent5"/>
              </a:buClr>
              <a:buSzPts val="6000"/>
              <a:buFont typeface="Caveat"/>
              <a:buNone/>
              <a:defRPr>
                <a:solidFill>
                  <a:schemeClr val="accent5"/>
                </a:solidFill>
              </a:defRPr>
            </a:lvl9pPr>
          </a:lstStyle>
          <a:p/>
        </p:txBody>
      </p:sp>
      <p:sp>
        <p:nvSpPr>
          <p:cNvPr id="736" name="Google Shape;736;p50"/>
          <p:cNvSpPr/>
          <p:nvPr>
            <p:ph idx="2" type="pic"/>
          </p:nvPr>
        </p:nvSpPr>
        <p:spPr>
          <a:xfrm>
            <a:off x="390800" y="1273375"/>
            <a:ext cx="2251800" cy="1131600"/>
          </a:xfrm>
          <a:prstGeom prst="roundRect">
            <a:avLst>
              <a:gd fmla="val 10672" name="adj"/>
            </a:avLst>
          </a:prstGeom>
          <a:noFill/>
          <a:ln>
            <a:noFill/>
          </a:ln>
        </p:spPr>
      </p:sp>
      <p:sp>
        <p:nvSpPr>
          <p:cNvPr id="737" name="Google Shape;737;p50"/>
          <p:cNvSpPr/>
          <p:nvPr>
            <p:ph idx="3" type="pic"/>
          </p:nvPr>
        </p:nvSpPr>
        <p:spPr>
          <a:xfrm>
            <a:off x="390800" y="2522600"/>
            <a:ext cx="2251800" cy="1131600"/>
          </a:xfrm>
          <a:prstGeom prst="roundRect">
            <a:avLst>
              <a:gd fmla="val 10672" name="adj"/>
            </a:avLst>
          </a:prstGeom>
          <a:noFill/>
          <a:ln>
            <a:noFill/>
          </a:ln>
        </p:spPr>
      </p:sp>
      <p:sp>
        <p:nvSpPr>
          <p:cNvPr id="738" name="Google Shape;738;p50"/>
          <p:cNvSpPr/>
          <p:nvPr>
            <p:ph idx="4" type="pic"/>
          </p:nvPr>
        </p:nvSpPr>
        <p:spPr>
          <a:xfrm>
            <a:off x="390800" y="3771825"/>
            <a:ext cx="2251800" cy="1131600"/>
          </a:xfrm>
          <a:prstGeom prst="roundRect">
            <a:avLst>
              <a:gd fmla="val 10672" name="adj"/>
            </a:avLst>
          </a:prstGeom>
          <a:noFill/>
          <a:ln>
            <a:noFill/>
          </a:ln>
        </p:spPr>
      </p:sp>
      <p:sp>
        <p:nvSpPr>
          <p:cNvPr id="739" name="Google Shape;739;p50"/>
          <p:cNvSpPr/>
          <p:nvPr>
            <p:ph idx="5" type="pic"/>
          </p:nvPr>
        </p:nvSpPr>
        <p:spPr>
          <a:xfrm>
            <a:off x="3446150" y="1273375"/>
            <a:ext cx="2251800" cy="1131600"/>
          </a:xfrm>
          <a:prstGeom prst="roundRect">
            <a:avLst>
              <a:gd fmla="val 10672" name="adj"/>
            </a:avLst>
          </a:prstGeom>
          <a:noFill/>
          <a:ln>
            <a:noFill/>
          </a:ln>
        </p:spPr>
      </p:sp>
      <p:sp>
        <p:nvSpPr>
          <p:cNvPr id="740" name="Google Shape;740;p50"/>
          <p:cNvSpPr/>
          <p:nvPr>
            <p:ph idx="6" type="pic"/>
          </p:nvPr>
        </p:nvSpPr>
        <p:spPr>
          <a:xfrm>
            <a:off x="3446150" y="2522600"/>
            <a:ext cx="2251800" cy="1131600"/>
          </a:xfrm>
          <a:prstGeom prst="roundRect">
            <a:avLst>
              <a:gd fmla="val 10672" name="adj"/>
            </a:avLst>
          </a:prstGeom>
          <a:noFill/>
          <a:ln>
            <a:noFill/>
          </a:ln>
        </p:spPr>
      </p:sp>
      <p:sp>
        <p:nvSpPr>
          <p:cNvPr id="741" name="Google Shape;741;p50"/>
          <p:cNvSpPr/>
          <p:nvPr>
            <p:ph idx="7" type="pic"/>
          </p:nvPr>
        </p:nvSpPr>
        <p:spPr>
          <a:xfrm>
            <a:off x="3446150" y="3771825"/>
            <a:ext cx="2251800" cy="1131600"/>
          </a:xfrm>
          <a:prstGeom prst="roundRect">
            <a:avLst>
              <a:gd fmla="val 10672" name="adj"/>
            </a:avLst>
          </a:prstGeom>
          <a:noFill/>
          <a:ln>
            <a:noFill/>
          </a:ln>
        </p:spPr>
      </p:sp>
      <p:sp>
        <p:nvSpPr>
          <p:cNvPr id="742" name="Google Shape;742;p50"/>
          <p:cNvSpPr/>
          <p:nvPr>
            <p:ph idx="8" type="pic"/>
          </p:nvPr>
        </p:nvSpPr>
        <p:spPr>
          <a:xfrm>
            <a:off x="6501500" y="1273375"/>
            <a:ext cx="2251800" cy="1131600"/>
          </a:xfrm>
          <a:prstGeom prst="roundRect">
            <a:avLst>
              <a:gd fmla="val 10672" name="adj"/>
            </a:avLst>
          </a:prstGeom>
          <a:noFill/>
          <a:ln>
            <a:noFill/>
          </a:ln>
        </p:spPr>
      </p:sp>
      <p:sp>
        <p:nvSpPr>
          <p:cNvPr id="743" name="Google Shape;743;p50"/>
          <p:cNvSpPr/>
          <p:nvPr>
            <p:ph idx="9" type="pic"/>
          </p:nvPr>
        </p:nvSpPr>
        <p:spPr>
          <a:xfrm>
            <a:off x="6501500" y="2522600"/>
            <a:ext cx="2251800" cy="1131600"/>
          </a:xfrm>
          <a:prstGeom prst="roundRect">
            <a:avLst>
              <a:gd fmla="val 10672" name="adj"/>
            </a:avLst>
          </a:prstGeom>
          <a:noFill/>
          <a:ln>
            <a:noFill/>
          </a:ln>
        </p:spPr>
      </p:sp>
      <p:sp>
        <p:nvSpPr>
          <p:cNvPr id="744" name="Google Shape;744;p50"/>
          <p:cNvSpPr/>
          <p:nvPr>
            <p:ph idx="13" type="pic"/>
          </p:nvPr>
        </p:nvSpPr>
        <p:spPr>
          <a:xfrm>
            <a:off x="6501500" y="3771825"/>
            <a:ext cx="2251800" cy="1131600"/>
          </a:xfrm>
          <a:prstGeom prst="roundRect">
            <a:avLst>
              <a:gd fmla="val 10672" name="adj"/>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bg>
      <p:bgPr>
        <a:solidFill>
          <a:schemeClr val="dk2"/>
        </a:solidFill>
      </p:bgPr>
    </p:bg>
    <p:spTree>
      <p:nvGrpSpPr>
        <p:cNvPr id="749" name="Shape 749"/>
        <p:cNvGrpSpPr/>
        <p:nvPr/>
      </p:nvGrpSpPr>
      <p:grpSpPr>
        <a:xfrm>
          <a:off x="0" y="0"/>
          <a:ext cx="0" cy="0"/>
          <a:chOff x="0" y="0"/>
          <a:chExt cx="0" cy="0"/>
        </a:xfrm>
      </p:grpSpPr>
      <p:sp>
        <p:nvSpPr>
          <p:cNvPr id="750" name="Google Shape;750;p52"/>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51" name="Google Shape;751;p52"/>
          <p:cNvSpPr/>
          <p:nvPr/>
        </p:nvSpPr>
        <p:spPr>
          <a:xfrm>
            <a:off x="228600" y="228600"/>
            <a:ext cx="8686800" cy="46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accent3"/>
              </a:buClr>
              <a:buSzPts val="1100"/>
              <a:buNone/>
            </a:pPr>
            <a:r>
              <a:t/>
            </a:r>
            <a:endParaRPr sz="5600">
              <a:solidFill>
                <a:schemeClr val="lt2"/>
              </a:solidFill>
              <a:latin typeface="Young Serif"/>
              <a:ea typeface="Young Serif"/>
              <a:cs typeface="Young Serif"/>
              <a:sym typeface="Young Serif"/>
            </a:endParaRPr>
          </a:p>
        </p:txBody>
      </p:sp>
      <p:sp>
        <p:nvSpPr>
          <p:cNvPr id="752" name="Google Shape;752;p52"/>
          <p:cNvSpPr txBox="1"/>
          <p:nvPr>
            <p:ph type="title"/>
          </p:nvPr>
        </p:nvSpPr>
        <p:spPr>
          <a:xfrm>
            <a:off x="1248900" y="1632850"/>
            <a:ext cx="6646200" cy="1588800"/>
          </a:xfrm>
          <a:prstGeom prst="rect">
            <a:avLst/>
          </a:prstGeom>
        </p:spPr>
        <p:txBody>
          <a:bodyPr anchorCtr="0" anchor="ctr" bIns="91425" lIns="91425" spcFirstLastPara="1" rIns="91425" wrap="square" tIns="91425">
            <a:normAutofit/>
          </a:bodyPr>
          <a:lstStyle>
            <a:lvl1pPr lvl="0" algn="ctr">
              <a:lnSpc>
                <a:spcPct val="90000"/>
              </a:lnSpc>
              <a:spcBef>
                <a:spcPts val="0"/>
              </a:spcBef>
              <a:spcAft>
                <a:spcPts val="0"/>
              </a:spcAft>
              <a:buSzPts val="5600"/>
              <a:buNone/>
              <a:defRPr sz="56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53" name="Google Shape;753;p52"/>
          <p:cNvSpPr txBox="1"/>
          <p:nvPr>
            <p:ph idx="1" type="subTitle"/>
          </p:nvPr>
        </p:nvSpPr>
        <p:spPr>
          <a:xfrm>
            <a:off x="2369850" y="3221650"/>
            <a:ext cx="4404300" cy="39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754" name="Shape 754"/>
        <p:cNvGrpSpPr/>
        <p:nvPr/>
      </p:nvGrpSpPr>
      <p:grpSpPr>
        <a:xfrm>
          <a:off x="0" y="0"/>
          <a:ext cx="0" cy="0"/>
          <a:chOff x="0" y="0"/>
          <a:chExt cx="0" cy="0"/>
        </a:xfrm>
      </p:grpSpPr>
      <p:sp>
        <p:nvSpPr>
          <p:cNvPr id="755" name="Google Shape;755;p5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56" name="Google Shape;756;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757" name="Shape 757"/>
        <p:cNvGrpSpPr/>
        <p:nvPr/>
      </p:nvGrpSpPr>
      <p:grpSpPr>
        <a:xfrm>
          <a:off x="0" y="0"/>
          <a:ext cx="0" cy="0"/>
          <a:chOff x="0" y="0"/>
          <a:chExt cx="0" cy="0"/>
        </a:xfrm>
      </p:grpSpPr>
      <p:sp>
        <p:nvSpPr>
          <p:cNvPr id="758" name="Google Shape;758;p5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59" name="Google Shape;759;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60" name="Google Shape;760;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761" name="Shape 761"/>
        <p:cNvGrpSpPr/>
        <p:nvPr/>
      </p:nvGrpSpPr>
      <p:grpSpPr>
        <a:xfrm>
          <a:off x="0" y="0"/>
          <a:ext cx="0" cy="0"/>
          <a:chOff x="0" y="0"/>
          <a:chExt cx="0" cy="0"/>
        </a:xfrm>
      </p:grpSpPr>
      <p:sp>
        <p:nvSpPr>
          <p:cNvPr id="762" name="Google Shape;762;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63" name="Google Shape;763;p5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4" name="Google Shape;764;p5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5" name="Google Shape;765;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66" name="Shape 766"/>
        <p:cNvGrpSpPr/>
        <p:nvPr/>
      </p:nvGrpSpPr>
      <p:grpSpPr>
        <a:xfrm>
          <a:off x="0" y="0"/>
          <a:ext cx="0" cy="0"/>
          <a:chOff x="0" y="0"/>
          <a:chExt cx="0" cy="0"/>
        </a:xfrm>
      </p:grpSpPr>
      <p:sp>
        <p:nvSpPr>
          <p:cNvPr id="767" name="Google Shape;767;p5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68" name="Google Shape;768;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69" name="Shape 769"/>
        <p:cNvGrpSpPr/>
        <p:nvPr/>
      </p:nvGrpSpPr>
      <p:grpSpPr>
        <a:xfrm>
          <a:off x="0" y="0"/>
          <a:ext cx="0" cy="0"/>
          <a:chOff x="0" y="0"/>
          <a:chExt cx="0" cy="0"/>
        </a:xfrm>
      </p:grpSpPr>
      <p:sp>
        <p:nvSpPr>
          <p:cNvPr id="770" name="Google Shape;770;p5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71" name="Google Shape;771;p5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2" name="Google Shape;772;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3" name="Shape 773"/>
        <p:cNvGrpSpPr/>
        <p:nvPr/>
      </p:nvGrpSpPr>
      <p:grpSpPr>
        <a:xfrm>
          <a:off x="0" y="0"/>
          <a:ext cx="0" cy="0"/>
          <a:chOff x="0" y="0"/>
          <a:chExt cx="0" cy="0"/>
        </a:xfrm>
      </p:grpSpPr>
      <p:sp>
        <p:nvSpPr>
          <p:cNvPr id="774" name="Google Shape;774;p5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75" name="Google Shape;775;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776" name="Shape 776"/>
        <p:cNvGrpSpPr/>
        <p:nvPr/>
      </p:nvGrpSpPr>
      <p:grpSpPr>
        <a:xfrm>
          <a:off x="0" y="0"/>
          <a:ext cx="0" cy="0"/>
          <a:chOff x="0" y="0"/>
          <a:chExt cx="0" cy="0"/>
        </a:xfrm>
      </p:grpSpPr>
      <p:sp>
        <p:nvSpPr>
          <p:cNvPr id="777" name="Google Shape;777;p5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5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79" name="Google Shape;779;p59"/>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780" name="Google Shape;780;p5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81" name="Google Shape;781;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782" name="Shape 782"/>
        <p:cNvGrpSpPr/>
        <p:nvPr/>
      </p:nvGrpSpPr>
      <p:grpSpPr>
        <a:xfrm>
          <a:off x="0" y="0"/>
          <a:ext cx="0" cy="0"/>
          <a:chOff x="0" y="0"/>
          <a:chExt cx="0" cy="0"/>
        </a:xfrm>
      </p:grpSpPr>
      <p:sp>
        <p:nvSpPr>
          <p:cNvPr id="783" name="Google Shape;783;p6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50"/>
              <a:buNone/>
              <a:defRPr/>
            </a:lvl1pPr>
          </a:lstStyle>
          <a:p/>
        </p:txBody>
      </p:sp>
      <p:sp>
        <p:nvSpPr>
          <p:cNvPr id="784" name="Google Shape;784;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785" name="Shape 785"/>
        <p:cNvGrpSpPr/>
        <p:nvPr/>
      </p:nvGrpSpPr>
      <p:grpSpPr>
        <a:xfrm>
          <a:off x="0" y="0"/>
          <a:ext cx="0" cy="0"/>
          <a:chOff x="0" y="0"/>
          <a:chExt cx="0" cy="0"/>
        </a:xfrm>
      </p:grpSpPr>
      <p:sp>
        <p:nvSpPr>
          <p:cNvPr id="786" name="Google Shape;786;p6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87" name="Google Shape;787;p6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14325" lvl="0" marL="457200" algn="ctr">
              <a:spcBef>
                <a:spcPts val="0"/>
              </a:spcBef>
              <a:spcAft>
                <a:spcPts val="0"/>
              </a:spcAft>
              <a:buSzPts val="1350"/>
              <a:buChar char="●"/>
              <a:defRPr/>
            </a:lvl1pPr>
            <a:lvl2pPr indent="-314325" lvl="1" marL="914400" algn="ctr">
              <a:spcBef>
                <a:spcPts val="0"/>
              </a:spcBef>
              <a:spcAft>
                <a:spcPts val="0"/>
              </a:spcAft>
              <a:buSzPts val="1350"/>
              <a:buChar char="○"/>
              <a:defRPr/>
            </a:lvl2pPr>
            <a:lvl3pPr indent="-314325" lvl="2" marL="1371600" algn="ctr">
              <a:spcBef>
                <a:spcPts val="0"/>
              </a:spcBef>
              <a:spcAft>
                <a:spcPts val="0"/>
              </a:spcAft>
              <a:buSzPts val="1350"/>
              <a:buChar char="■"/>
              <a:defRPr/>
            </a:lvl3pPr>
            <a:lvl4pPr indent="-314325" lvl="3" marL="1828800" algn="ctr">
              <a:spcBef>
                <a:spcPts val="0"/>
              </a:spcBef>
              <a:spcAft>
                <a:spcPts val="0"/>
              </a:spcAft>
              <a:buSzPts val="1350"/>
              <a:buChar char="●"/>
              <a:defRPr/>
            </a:lvl4pPr>
            <a:lvl5pPr indent="-314325" lvl="4" marL="2286000" algn="ctr">
              <a:spcBef>
                <a:spcPts val="0"/>
              </a:spcBef>
              <a:spcAft>
                <a:spcPts val="0"/>
              </a:spcAft>
              <a:buSzPts val="1350"/>
              <a:buChar char="○"/>
              <a:defRPr/>
            </a:lvl5pPr>
            <a:lvl6pPr indent="-314325" lvl="5" marL="2743200" algn="ctr">
              <a:spcBef>
                <a:spcPts val="0"/>
              </a:spcBef>
              <a:spcAft>
                <a:spcPts val="0"/>
              </a:spcAft>
              <a:buSzPts val="1350"/>
              <a:buChar char="■"/>
              <a:defRPr/>
            </a:lvl6pPr>
            <a:lvl7pPr indent="-314325" lvl="6" marL="3200400" algn="ctr">
              <a:spcBef>
                <a:spcPts val="0"/>
              </a:spcBef>
              <a:spcAft>
                <a:spcPts val="0"/>
              </a:spcAft>
              <a:buSzPts val="1350"/>
              <a:buChar char="●"/>
              <a:defRPr/>
            </a:lvl7pPr>
            <a:lvl8pPr indent="-314325" lvl="7" marL="3657600" algn="ctr">
              <a:spcBef>
                <a:spcPts val="0"/>
              </a:spcBef>
              <a:spcAft>
                <a:spcPts val="0"/>
              </a:spcAft>
              <a:buSzPts val="1350"/>
              <a:buChar char="○"/>
              <a:defRPr/>
            </a:lvl8pPr>
            <a:lvl9pPr indent="-314325" lvl="8" marL="4114800" algn="ctr">
              <a:spcBef>
                <a:spcPts val="0"/>
              </a:spcBef>
              <a:spcAft>
                <a:spcPts val="0"/>
              </a:spcAft>
              <a:buSzPts val="1350"/>
              <a:buChar char="■"/>
              <a:defRPr/>
            </a:lvl9pPr>
          </a:lstStyle>
          <a:p/>
        </p:txBody>
      </p:sp>
      <p:sp>
        <p:nvSpPr>
          <p:cNvPr id="788" name="Google Shape;788;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789" name="Shape 789"/>
        <p:cNvGrpSpPr/>
        <p:nvPr/>
      </p:nvGrpSpPr>
      <p:grpSpPr>
        <a:xfrm>
          <a:off x="0" y="0"/>
          <a:ext cx="0" cy="0"/>
          <a:chOff x="0" y="0"/>
          <a:chExt cx="0" cy="0"/>
        </a:xfrm>
      </p:grpSpPr>
      <p:sp>
        <p:nvSpPr>
          <p:cNvPr id="790" name="Google Shape;790;p62"/>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91" name="Google Shape;791;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2" name="Google Shape;792;p62"/>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93" name="Google Shape;793;p62"/>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94" name="Google Shape;794;p62"/>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95" name="Google Shape;795;p62"/>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96" name="Google Shape;796;p62"/>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97" name="Google Shape;797;p62"/>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798" name="Shape 798"/>
        <p:cNvGrpSpPr/>
        <p:nvPr/>
      </p:nvGrpSpPr>
      <p:grpSpPr>
        <a:xfrm>
          <a:off x="0" y="0"/>
          <a:ext cx="0" cy="0"/>
          <a:chOff x="0" y="0"/>
          <a:chExt cx="0" cy="0"/>
        </a:xfrm>
      </p:grpSpPr>
      <p:sp>
        <p:nvSpPr>
          <p:cNvPr id="799" name="Google Shape;799;p6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800" name="Google Shape;800;p63"/>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01" name="Google Shape;801;p63"/>
          <p:cNvSpPr/>
          <p:nvPr>
            <p:ph idx="2" type="pic"/>
          </p:nvPr>
        </p:nvSpPr>
        <p:spPr>
          <a:xfrm>
            <a:off x="4992024" y="1152775"/>
            <a:ext cx="3840300" cy="3416400"/>
          </a:xfrm>
          <a:prstGeom prst="rect">
            <a:avLst/>
          </a:prstGeom>
          <a:noFill/>
          <a:ln>
            <a:noFill/>
          </a:ln>
        </p:spPr>
      </p:sp>
      <p:sp>
        <p:nvSpPr>
          <p:cNvPr id="802" name="Google Shape;802;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803" name="Shape 803"/>
        <p:cNvGrpSpPr/>
        <p:nvPr/>
      </p:nvGrpSpPr>
      <p:grpSpPr>
        <a:xfrm>
          <a:off x="0" y="0"/>
          <a:ext cx="0" cy="0"/>
          <a:chOff x="0" y="0"/>
          <a:chExt cx="0" cy="0"/>
        </a:xfrm>
      </p:grpSpPr>
      <p:sp>
        <p:nvSpPr>
          <p:cNvPr id="804" name="Google Shape;804;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05" name="Google Shape;805;p64"/>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06" name="Google Shape;806;p64"/>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07" name="Google Shape;807;p64"/>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08" name="Google Shape;808;p64"/>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09" name="Google Shape;809;p64"/>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810" name="Shape 810"/>
        <p:cNvGrpSpPr/>
        <p:nvPr/>
      </p:nvGrpSpPr>
      <p:grpSpPr>
        <a:xfrm>
          <a:off x="0" y="0"/>
          <a:ext cx="0" cy="0"/>
          <a:chOff x="0" y="0"/>
          <a:chExt cx="0" cy="0"/>
        </a:xfrm>
      </p:grpSpPr>
      <p:sp>
        <p:nvSpPr>
          <p:cNvPr id="811" name="Google Shape;811;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12" name="Google Shape;812;p65"/>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13" name="Google Shape;813;p65"/>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14" name="Google Shape;814;p65"/>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15" name="Google Shape;815;p6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16" name="Google Shape;816;p65"/>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17" name="Google Shape;817;p65"/>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18" name="Google Shape;818;p65"/>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19" name="Shape 819"/>
        <p:cNvGrpSpPr/>
        <p:nvPr/>
      </p:nvGrpSpPr>
      <p:grpSpPr>
        <a:xfrm>
          <a:off x="0" y="0"/>
          <a:ext cx="0" cy="0"/>
          <a:chOff x="0" y="0"/>
          <a:chExt cx="0" cy="0"/>
        </a:xfrm>
      </p:grpSpPr>
      <p:sp>
        <p:nvSpPr>
          <p:cNvPr id="820" name="Google Shape;820;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1" name="Google Shape;821;p66"/>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22" name="Google Shape;822;p66"/>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23" name="Google Shape;823;p66"/>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24" name="Google Shape;824;p66"/>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25" name="Google Shape;825;p66"/>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26" name="Google Shape;826;p66"/>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27" name="Google Shape;827;p66"/>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28" name="Google Shape;828;p66"/>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829" name="Google Shape;829;p66"/>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830" name="Shape 830"/>
        <p:cNvGrpSpPr/>
        <p:nvPr/>
      </p:nvGrpSpPr>
      <p:grpSpPr>
        <a:xfrm>
          <a:off x="0" y="0"/>
          <a:ext cx="0" cy="0"/>
          <a:chOff x="0" y="0"/>
          <a:chExt cx="0" cy="0"/>
        </a:xfrm>
      </p:grpSpPr>
      <p:sp>
        <p:nvSpPr>
          <p:cNvPr id="831" name="Google Shape;831;p67"/>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32" name="Google Shape;832;p67"/>
          <p:cNvSpPr/>
          <p:nvPr>
            <p:ph idx="2" type="pic"/>
          </p:nvPr>
        </p:nvSpPr>
        <p:spPr>
          <a:xfrm>
            <a:off x="4804825" y="1133300"/>
            <a:ext cx="4027500" cy="2392800"/>
          </a:xfrm>
          <a:prstGeom prst="rect">
            <a:avLst/>
          </a:prstGeom>
          <a:noFill/>
          <a:ln>
            <a:noFill/>
          </a:ln>
        </p:spPr>
      </p:sp>
      <p:sp>
        <p:nvSpPr>
          <p:cNvPr id="833" name="Google Shape;833;p67"/>
          <p:cNvSpPr/>
          <p:nvPr>
            <p:ph idx="3" type="pic"/>
          </p:nvPr>
        </p:nvSpPr>
        <p:spPr>
          <a:xfrm>
            <a:off x="311725" y="1133300"/>
            <a:ext cx="4027500" cy="2392800"/>
          </a:xfrm>
          <a:prstGeom prst="rect">
            <a:avLst/>
          </a:prstGeom>
          <a:noFill/>
          <a:ln>
            <a:noFill/>
          </a:ln>
        </p:spPr>
      </p:sp>
      <p:sp>
        <p:nvSpPr>
          <p:cNvPr id="834" name="Google Shape;834;p67"/>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35" name="Google Shape;835;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6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837" name="Google Shape;837;p6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38" name="Google Shape;838;p6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839" name="Shape 839"/>
        <p:cNvGrpSpPr/>
        <p:nvPr/>
      </p:nvGrpSpPr>
      <p:grpSpPr>
        <a:xfrm>
          <a:off x="0" y="0"/>
          <a:ext cx="0" cy="0"/>
          <a:chOff x="0" y="0"/>
          <a:chExt cx="0" cy="0"/>
        </a:xfrm>
      </p:grpSpPr>
      <p:sp>
        <p:nvSpPr>
          <p:cNvPr id="840" name="Google Shape;840;p68"/>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41" name="Google Shape;841;p68"/>
          <p:cNvSpPr/>
          <p:nvPr>
            <p:ph idx="2" type="pic"/>
          </p:nvPr>
        </p:nvSpPr>
        <p:spPr>
          <a:xfrm>
            <a:off x="6205225" y="1128325"/>
            <a:ext cx="2627100" cy="2273100"/>
          </a:xfrm>
          <a:prstGeom prst="rect">
            <a:avLst/>
          </a:prstGeom>
          <a:noFill/>
          <a:ln>
            <a:noFill/>
          </a:ln>
        </p:spPr>
      </p:sp>
      <p:sp>
        <p:nvSpPr>
          <p:cNvPr id="842" name="Google Shape;842;p68"/>
          <p:cNvSpPr/>
          <p:nvPr>
            <p:ph idx="3" type="pic"/>
          </p:nvPr>
        </p:nvSpPr>
        <p:spPr>
          <a:xfrm>
            <a:off x="311725" y="1128325"/>
            <a:ext cx="2627100" cy="2273100"/>
          </a:xfrm>
          <a:prstGeom prst="rect">
            <a:avLst/>
          </a:prstGeom>
          <a:noFill/>
          <a:ln>
            <a:noFill/>
          </a:ln>
        </p:spPr>
      </p:sp>
      <p:sp>
        <p:nvSpPr>
          <p:cNvPr id="843" name="Google Shape;843;p68"/>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44" name="Google Shape;844;p68"/>
          <p:cNvSpPr/>
          <p:nvPr>
            <p:ph idx="5" type="pic"/>
          </p:nvPr>
        </p:nvSpPr>
        <p:spPr>
          <a:xfrm>
            <a:off x="3255250" y="1128325"/>
            <a:ext cx="2627100" cy="2273100"/>
          </a:xfrm>
          <a:prstGeom prst="rect">
            <a:avLst/>
          </a:prstGeom>
          <a:noFill/>
          <a:ln>
            <a:noFill/>
          </a:ln>
        </p:spPr>
      </p:sp>
      <p:sp>
        <p:nvSpPr>
          <p:cNvPr id="845" name="Google Shape;845;p68"/>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46" name="Google Shape;846;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47" name="Google Shape;847;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848" name="Google Shape;848;p6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49" name="Google Shape;849;p6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0" name="Google Shape;850;p6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851" name="Shape 851"/>
        <p:cNvGrpSpPr/>
        <p:nvPr/>
      </p:nvGrpSpPr>
      <p:grpSpPr>
        <a:xfrm>
          <a:off x="0" y="0"/>
          <a:ext cx="0" cy="0"/>
          <a:chOff x="0" y="0"/>
          <a:chExt cx="0" cy="0"/>
        </a:xfrm>
      </p:grpSpPr>
      <p:sp>
        <p:nvSpPr>
          <p:cNvPr id="852" name="Google Shape;852;p69"/>
          <p:cNvSpPr/>
          <p:nvPr>
            <p:ph idx="2" type="pic"/>
          </p:nvPr>
        </p:nvSpPr>
        <p:spPr>
          <a:xfrm>
            <a:off x="311700" y="445025"/>
            <a:ext cx="8520600" cy="4218300"/>
          </a:xfrm>
          <a:prstGeom prst="rect">
            <a:avLst/>
          </a:prstGeom>
          <a:noFill/>
          <a:ln>
            <a:noFill/>
          </a:ln>
        </p:spPr>
      </p:sp>
      <p:sp>
        <p:nvSpPr>
          <p:cNvPr id="853" name="Google Shape;853;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854" name="Shape 854"/>
        <p:cNvGrpSpPr/>
        <p:nvPr/>
      </p:nvGrpSpPr>
      <p:grpSpPr>
        <a:xfrm>
          <a:off x="0" y="0"/>
          <a:ext cx="0" cy="0"/>
          <a:chOff x="0" y="0"/>
          <a:chExt cx="0" cy="0"/>
        </a:xfrm>
      </p:grpSpPr>
      <p:sp>
        <p:nvSpPr>
          <p:cNvPr id="855" name="Google Shape;855;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56" name="Google Shape;856;p70"/>
          <p:cNvSpPr/>
          <p:nvPr>
            <p:ph idx="2" type="pic"/>
          </p:nvPr>
        </p:nvSpPr>
        <p:spPr>
          <a:xfrm>
            <a:off x="3389600" y="118913"/>
            <a:ext cx="1643700" cy="1535100"/>
          </a:xfrm>
          <a:prstGeom prst="rect">
            <a:avLst/>
          </a:prstGeom>
          <a:noFill/>
          <a:ln>
            <a:noFill/>
          </a:ln>
        </p:spPr>
      </p:sp>
      <p:sp>
        <p:nvSpPr>
          <p:cNvPr id="857" name="Google Shape;857;p70"/>
          <p:cNvSpPr/>
          <p:nvPr>
            <p:ph idx="3" type="pic"/>
          </p:nvPr>
        </p:nvSpPr>
        <p:spPr>
          <a:xfrm>
            <a:off x="5195935" y="118913"/>
            <a:ext cx="1643700" cy="1535100"/>
          </a:xfrm>
          <a:prstGeom prst="rect">
            <a:avLst/>
          </a:prstGeom>
          <a:noFill/>
          <a:ln>
            <a:noFill/>
          </a:ln>
        </p:spPr>
      </p:sp>
      <p:sp>
        <p:nvSpPr>
          <p:cNvPr id="858" name="Google Shape;858;p70"/>
          <p:cNvSpPr/>
          <p:nvPr>
            <p:ph idx="4" type="pic"/>
          </p:nvPr>
        </p:nvSpPr>
        <p:spPr>
          <a:xfrm>
            <a:off x="7002270" y="118913"/>
            <a:ext cx="1643700" cy="1535100"/>
          </a:xfrm>
          <a:prstGeom prst="rect">
            <a:avLst/>
          </a:prstGeom>
          <a:noFill/>
          <a:ln>
            <a:noFill/>
          </a:ln>
        </p:spPr>
      </p:sp>
      <p:sp>
        <p:nvSpPr>
          <p:cNvPr id="859" name="Google Shape;859;p70"/>
          <p:cNvSpPr/>
          <p:nvPr>
            <p:ph idx="5" type="pic"/>
          </p:nvPr>
        </p:nvSpPr>
        <p:spPr>
          <a:xfrm>
            <a:off x="3389588" y="1804212"/>
            <a:ext cx="1643700" cy="1535100"/>
          </a:xfrm>
          <a:prstGeom prst="rect">
            <a:avLst/>
          </a:prstGeom>
          <a:noFill/>
          <a:ln>
            <a:noFill/>
          </a:ln>
        </p:spPr>
      </p:sp>
      <p:sp>
        <p:nvSpPr>
          <p:cNvPr id="860" name="Google Shape;860;p70"/>
          <p:cNvSpPr/>
          <p:nvPr>
            <p:ph idx="6" type="pic"/>
          </p:nvPr>
        </p:nvSpPr>
        <p:spPr>
          <a:xfrm>
            <a:off x="5195922" y="1804212"/>
            <a:ext cx="1643700" cy="1535100"/>
          </a:xfrm>
          <a:prstGeom prst="rect">
            <a:avLst/>
          </a:prstGeom>
          <a:noFill/>
          <a:ln>
            <a:noFill/>
          </a:ln>
        </p:spPr>
      </p:sp>
      <p:sp>
        <p:nvSpPr>
          <p:cNvPr id="861" name="Google Shape;861;p70"/>
          <p:cNvSpPr/>
          <p:nvPr>
            <p:ph idx="7" type="pic"/>
          </p:nvPr>
        </p:nvSpPr>
        <p:spPr>
          <a:xfrm>
            <a:off x="7002257" y="1804212"/>
            <a:ext cx="1643700" cy="1535100"/>
          </a:xfrm>
          <a:prstGeom prst="rect">
            <a:avLst/>
          </a:prstGeom>
          <a:noFill/>
          <a:ln>
            <a:noFill/>
          </a:ln>
        </p:spPr>
      </p:sp>
      <p:sp>
        <p:nvSpPr>
          <p:cNvPr id="862" name="Google Shape;862;p7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863" name="Google Shape;863;p70"/>
          <p:cNvSpPr/>
          <p:nvPr>
            <p:ph idx="8" type="pic"/>
          </p:nvPr>
        </p:nvSpPr>
        <p:spPr>
          <a:xfrm>
            <a:off x="3389588" y="3489487"/>
            <a:ext cx="1643700" cy="1535100"/>
          </a:xfrm>
          <a:prstGeom prst="rect">
            <a:avLst/>
          </a:prstGeom>
          <a:noFill/>
          <a:ln>
            <a:noFill/>
          </a:ln>
        </p:spPr>
      </p:sp>
      <p:sp>
        <p:nvSpPr>
          <p:cNvPr id="864" name="Google Shape;864;p70"/>
          <p:cNvSpPr/>
          <p:nvPr>
            <p:ph idx="9" type="pic"/>
          </p:nvPr>
        </p:nvSpPr>
        <p:spPr>
          <a:xfrm>
            <a:off x="5195922" y="3489487"/>
            <a:ext cx="1643700" cy="1535100"/>
          </a:xfrm>
          <a:prstGeom prst="rect">
            <a:avLst/>
          </a:prstGeom>
          <a:noFill/>
          <a:ln>
            <a:noFill/>
          </a:ln>
        </p:spPr>
      </p:sp>
      <p:sp>
        <p:nvSpPr>
          <p:cNvPr id="865" name="Google Shape;865;p7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type="tx">
  <p:cSld name="TITLE_AND_BODY">
    <p:bg>
      <p:bgPr>
        <a:solidFill>
          <a:schemeClr val="lt1"/>
        </a:solidFill>
      </p:bgPr>
    </p:bg>
    <p:spTree>
      <p:nvGrpSpPr>
        <p:cNvPr id="866" name="Shape 866"/>
        <p:cNvGrpSpPr/>
        <p:nvPr/>
      </p:nvGrpSpPr>
      <p:grpSpPr>
        <a:xfrm>
          <a:off x="0" y="0"/>
          <a:ext cx="0" cy="0"/>
          <a:chOff x="0" y="0"/>
          <a:chExt cx="0" cy="0"/>
        </a:xfrm>
      </p:grpSpPr>
      <p:sp>
        <p:nvSpPr>
          <p:cNvPr id="867" name="Google Shape;867;p71"/>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68" name="Google Shape;868;p71"/>
          <p:cNvSpPr/>
          <p:nvPr>
            <p:ph idx="2" type="pic"/>
          </p:nvPr>
        </p:nvSpPr>
        <p:spPr>
          <a:xfrm>
            <a:off x="228600" y="1322475"/>
            <a:ext cx="8686800" cy="3592500"/>
          </a:xfrm>
          <a:prstGeom prst="rect">
            <a:avLst/>
          </a:prstGeom>
          <a:noFill/>
          <a:ln>
            <a:noFill/>
          </a:ln>
        </p:spPr>
      </p:sp>
      <p:sp>
        <p:nvSpPr>
          <p:cNvPr id="869" name="Google Shape;869;p71"/>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Rubik"/>
              <a:ea typeface="Rubik"/>
              <a:cs typeface="Rubik"/>
              <a:sym typeface="Rubik"/>
            </a:endParaRPr>
          </a:p>
        </p:txBody>
      </p:sp>
      <p:sp>
        <p:nvSpPr>
          <p:cNvPr id="870" name="Google Shape;870;p71"/>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two columns" type="twoColTx">
  <p:cSld name="TITLE_AND_TWO_COLUMNS">
    <p:bg>
      <p:bgPr>
        <a:solidFill>
          <a:schemeClr val="lt1"/>
        </a:solidFill>
      </p:bgPr>
    </p:bg>
    <p:spTree>
      <p:nvGrpSpPr>
        <p:cNvPr id="871" name="Shape 871"/>
        <p:cNvGrpSpPr/>
        <p:nvPr/>
      </p:nvGrpSpPr>
      <p:grpSpPr>
        <a:xfrm>
          <a:off x="0" y="0"/>
          <a:ext cx="0" cy="0"/>
          <a:chOff x="0" y="0"/>
          <a:chExt cx="0" cy="0"/>
        </a:xfrm>
      </p:grpSpPr>
      <p:sp>
        <p:nvSpPr>
          <p:cNvPr id="872" name="Google Shape;872;p72"/>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873" name="Google Shape;873;p72"/>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874" name="Google Shape;874;p72"/>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875" name="Google Shape;875;p72"/>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876" name="Google Shape;876;p72"/>
          <p:cNvSpPr/>
          <p:nvPr/>
        </p:nvSpPr>
        <p:spPr>
          <a:xfrm>
            <a:off x="227150" y="1762300"/>
            <a:ext cx="42297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1200"/>
              </a:spcAft>
              <a:buSzPts val="1100"/>
              <a:buNone/>
            </a:pPr>
            <a:r>
              <a:t/>
            </a:r>
            <a:endParaRPr>
              <a:latin typeface="Rubik SemiBold"/>
              <a:ea typeface="Rubik SemiBold"/>
              <a:cs typeface="Rubik SemiBold"/>
              <a:sym typeface="Rubik SemiBold"/>
            </a:endParaRPr>
          </a:p>
        </p:txBody>
      </p:sp>
      <p:sp>
        <p:nvSpPr>
          <p:cNvPr id="877" name="Google Shape;877;p72"/>
          <p:cNvSpPr txBox="1"/>
          <p:nvPr>
            <p:ph idx="1" type="body"/>
          </p:nvPr>
        </p:nvSpPr>
        <p:spPr>
          <a:xfrm>
            <a:off x="688450" y="2146900"/>
            <a:ext cx="3309900" cy="2383200"/>
          </a:xfrm>
          <a:prstGeom prst="rect">
            <a:avLst/>
          </a:prstGeom>
        </p:spPr>
        <p:txBody>
          <a:bodyPr anchorCtr="0" anchor="ctr" bIns="91425" lIns="91425" spcFirstLastPara="1" rIns="91425" wrap="square" tIns="91425">
            <a:normAutofit/>
          </a:bodyPr>
          <a:lstStyle>
            <a:lvl1pPr indent="-317500" lvl="0" marL="457200" algn="ctr">
              <a:lnSpc>
                <a:spcPct val="100000"/>
              </a:lnSpc>
              <a:spcBef>
                <a:spcPts val="0"/>
              </a:spcBef>
              <a:spcAft>
                <a:spcPts val="0"/>
              </a:spcAft>
              <a:buClr>
                <a:schemeClr val="lt2"/>
              </a:buClr>
              <a:buSzPts val="1400"/>
              <a:buChar char="●"/>
              <a:defRPr b="1" sz="1400">
                <a:solidFill>
                  <a:schemeClr val="lt2"/>
                </a:solidFill>
              </a:defRPr>
            </a:lvl1pPr>
            <a:lvl2pPr indent="-317500" lvl="1" marL="914400" algn="ctr">
              <a:lnSpc>
                <a:spcPct val="100000"/>
              </a:lnSpc>
              <a:spcBef>
                <a:spcPts val="0"/>
              </a:spcBef>
              <a:spcAft>
                <a:spcPts val="0"/>
              </a:spcAft>
              <a:buClr>
                <a:schemeClr val="lt2"/>
              </a:buClr>
              <a:buSzPts val="1400"/>
              <a:buChar char="○"/>
              <a:defRPr b="1" sz="1400">
                <a:solidFill>
                  <a:schemeClr val="lt2"/>
                </a:solidFill>
              </a:defRPr>
            </a:lvl2pPr>
            <a:lvl3pPr indent="-317500" lvl="2" marL="1371600" algn="ctr">
              <a:lnSpc>
                <a:spcPct val="100000"/>
              </a:lnSpc>
              <a:spcBef>
                <a:spcPts val="0"/>
              </a:spcBef>
              <a:spcAft>
                <a:spcPts val="0"/>
              </a:spcAft>
              <a:buClr>
                <a:schemeClr val="lt2"/>
              </a:buClr>
              <a:buSzPts val="1400"/>
              <a:buChar char="■"/>
              <a:defRPr b="1" sz="1400">
                <a:solidFill>
                  <a:schemeClr val="lt2"/>
                </a:solidFill>
              </a:defRPr>
            </a:lvl3pPr>
            <a:lvl4pPr indent="-317500" lvl="3" marL="1828800" algn="ctr">
              <a:lnSpc>
                <a:spcPct val="100000"/>
              </a:lnSpc>
              <a:spcBef>
                <a:spcPts val="0"/>
              </a:spcBef>
              <a:spcAft>
                <a:spcPts val="0"/>
              </a:spcAft>
              <a:buClr>
                <a:schemeClr val="lt2"/>
              </a:buClr>
              <a:buSzPts val="1400"/>
              <a:buChar char="●"/>
              <a:defRPr b="1" sz="1400">
                <a:solidFill>
                  <a:schemeClr val="lt2"/>
                </a:solidFill>
              </a:defRPr>
            </a:lvl4pPr>
            <a:lvl5pPr indent="-317500" lvl="4" marL="2286000" algn="ctr">
              <a:lnSpc>
                <a:spcPct val="100000"/>
              </a:lnSpc>
              <a:spcBef>
                <a:spcPts val="0"/>
              </a:spcBef>
              <a:spcAft>
                <a:spcPts val="0"/>
              </a:spcAft>
              <a:buClr>
                <a:schemeClr val="lt2"/>
              </a:buClr>
              <a:buSzPts val="1400"/>
              <a:buChar char="○"/>
              <a:defRPr b="1" sz="1400">
                <a:solidFill>
                  <a:schemeClr val="lt2"/>
                </a:solidFill>
              </a:defRPr>
            </a:lvl5pPr>
            <a:lvl6pPr indent="-317500" lvl="5" marL="2743200" algn="ctr">
              <a:lnSpc>
                <a:spcPct val="100000"/>
              </a:lnSpc>
              <a:spcBef>
                <a:spcPts val="0"/>
              </a:spcBef>
              <a:spcAft>
                <a:spcPts val="0"/>
              </a:spcAft>
              <a:buClr>
                <a:schemeClr val="lt2"/>
              </a:buClr>
              <a:buSzPts val="1400"/>
              <a:buChar char="■"/>
              <a:defRPr b="1" sz="1400">
                <a:solidFill>
                  <a:schemeClr val="lt2"/>
                </a:solidFill>
              </a:defRPr>
            </a:lvl6pPr>
            <a:lvl7pPr indent="-317500" lvl="6" marL="3200400" algn="ctr">
              <a:lnSpc>
                <a:spcPct val="100000"/>
              </a:lnSpc>
              <a:spcBef>
                <a:spcPts val="0"/>
              </a:spcBef>
              <a:spcAft>
                <a:spcPts val="0"/>
              </a:spcAft>
              <a:buClr>
                <a:schemeClr val="lt2"/>
              </a:buClr>
              <a:buSzPts val="1400"/>
              <a:buChar char="●"/>
              <a:defRPr b="1" sz="1400">
                <a:solidFill>
                  <a:schemeClr val="lt2"/>
                </a:solidFill>
              </a:defRPr>
            </a:lvl7pPr>
            <a:lvl8pPr indent="-317500" lvl="7" marL="3657600" algn="ctr">
              <a:lnSpc>
                <a:spcPct val="100000"/>
              </a:lnSpc>
              <a:spcBef>
                <a:spcPts val="0"/>
              </a:spcBef>
              <a:spcAft>
                <a:spcPts val="0"/>
              </a:spcAft>
              <a:buClr>
                <a:schemeClr val="lt2"/>
              </a:buClr>
              <a:buSzPts val="1400"/>
              <a:buChar char="○"/>
              <a:defRPr b="1" sz="1400">
                <a:solidFill>
                  <a:schemeClr val="lt2"/>
                </a:solidFill>
              </a:defRPr>
            </a:lvl8pPr>
            <a:lvl9pPr indent="-317500" lvl="8" marL="4114800" algn="ctr">
              <a:lnSpc>
                <a:spcPct val="100000"/>
              </a:lnSpc>
              <a:spcBef>
                <a:spcPts val="0"/>
              </a:spcBef>
              <a:spcAft>
                <a:spcPts val="0"/>
              </a:spcAft>
              <a:buClr>
                <a:schemeClr val="lt2"/>
              </a:buClr>
              <a:buSzPts val="1400"/>
              <a:buChar char="■"/>
              <a:defRPr b="1" sz="1400">
                <a:solidFill>
                  <a:schemeClr val="lt2"/>
                </a:solidFill>
              </a:defRPr>
            </a:lvl9pPr>
          </a:lstStyle>
          <a:p/>
        </p:txBody>
      </p:sp>
      <p:sp>
        <p:nvSpPr>
          <p:cNvPr id="878" name="Google Shape;878;p72"/>
          <p:cNvSpPr/>
          <p:nvPr/>
        </p:nvSpPr>
        <p:spPr>
          <a:xfrm>
            <a:off x="4685575" y="1762300"/>
            <a:ext cx="42297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1200"/>
              </a:spcAft>
              <a:buSzPts val="1100"/>
              <a:buNone/>
            </a:pPr>
            <a:r>
              <a:t/>
            </a:r>
            <a:endParaRPr>
              <a:latin typeface="Rubik SemiBold"/>
              <a:ea typeface="Rubik SemiBold"/>
              <a:cs typeface="Rubik SemiBold"/>
              <a:sym typeface="Rubik SemiBold"/>
            </a:endParaRPr>
          </a:p>
        </p:txBody>
      </p:sp>
      <p:sp>
        <p:nvSpPr>
          <p:cNvPr id="879" name="Google Shape;879;p72"/>
          <p:cNvSpPr txBox="1"/>
          <p:nvPr>
            <p:ph idx="2" type="body"/>
          </p:nvPr>
        </p:nvSpPr>
        <p:spPr>
          <a:xfrm>
            <a:off x="5146875" y="2146900"/>
            <a:ext cx="3309900" cy="2383200"/>
          </a:xfrm>
          <a:prstGeom prst="rect">
            <a:avLst/>
          </a:prstGeom>
        </p:spPr>
        <p:txBody>
          <a:bodyPr anchorCtr="0" anchor="ctr" bIns="91425" lIns="91425" spcFirstLastPara="1" rIns="91425" wrap="square" tIns="91425">
            <a:normAutofit/>
          </a:bodyPr>
          <a:lstStyle>
            <a:lvl1pPr indent="-317500" lvl="0" marL="457200" algn="ctr">
              <a:lnSpc>
                <a:spcPct val="100000"/>
              </a:lnSpc>
              <a:spcBef>
                <a:spcPts val="0"/>
              </a:spcBef>
              <a:spcAft>
                <a:spcPts val="0"/>
              </a:spcAft>
              <a:buClr>
                <a:schemeClr val="lt2"/>
              </a:buClr>
              <a:buSzPts val="1400"/>
              <a:buChar char="●"/>
              <a:defRPr b="1" sz="1400">
                <a:solidFill>
                  <a:schemeClr val="lt2"/>
                </a:solidFill>
              </a:defRPr>
            </a:lvl1pPr>
            <a:lvl2pPr indent="-317500" lvl="1" marL="914400" algn="ctr">
              <a:lnSpc>
                <a:spcPct val="100000"/>
              </a:lnSpc>
              <a:spcBef>
                <a:spcPts val="0"/>
              </a:spcBef>
              <a:spcAft>
                <a:spcPts val="0"/>
              </a:spcAft>
              <a:buClr>
                <a:schemeClr val="lt2"/>
              </a:buClr>
              <a:buSzPts val="1400"/>
              <a:buChar char="○"/>
              <a:defRPr b="1" sz="1400">
                <a:solidFill>
                  <a:schemeClr val="lt2"/>
                </a:solidFill>
              </a:defRPr>
            </a:lvl2pPr>
            <a:lvl3pPr indent="-317500" lvl="2" marL="1371600" algn="ctr">
              <a:lnSpc>
                <a:spcPct val="100000"/>
              </a:lnSpc>
              <a:spcBef>
                <a:spcPts val="0"/>
              </a:spcBef>
              <a:spcAft>
                <a:spcPts val="0"/>
              </a:spcAft>
              <a:buClr>
                <a:schemeClr val="lt2"/>
              </a:buClr>
              <a:buSzPts val="1400"/>
              <a:buChar char="■"/>
              <a:defRPr b="1" sz="1400">
                <a:solidFill>
                  <a:schemeClr val="lt2"/>
                </a:solidFill>
              </a:defRPr>
            </a:lvl3pPr>
            <a:lvl4pPr indent="-317500" lvl="3" marL="1828800" algn="ctr">
              <a:lnSpc>
                <a:spcPct val="100000"/>
              </a:lnSpc>
              <a:spcBef>
                <a:spcPts val="0"/>
              </a:spcBef>
              <a:spcAft>
                <a:spcPts val="0"/>
              </a:spcAft>
              <a:buClr>
                <a:schemeClr val="lt2"/>
              </a:buClr>
              <a:buSzPts val="1400"/>
              <a:buChar char="●"/>
              <a:defRPr b="1" sz="1400">
                <a:solidFill>
                  <a:schemeClr val="lt2"/>
                </a:solidFill>
              </a:defRPr>
            </a:lvl4pPr>
            <a:lvl5pPr indent="-317500" lvl="4" marL="2286000" algn="ctr">
              <a:lnSpc>
                <a:spcPct val="100000"/>
              </a:lnSpc>
              <a:spcBef>
                <a:spcPts val="0"/>
              </a:spcBef>
              <a:spcAft>
                <a:spcPts val="0"/>
              </a:spcAft>
              <a:buClr>
                <a:schemeClr val="lt2"/>
              </a:buClr>
              <a:buSzPts val="1400"/>
              <a:buChar char="○"/>
              <a:defRPr b="1" sz="1400">
                <a:solidFill>
                  <a:schemeClr val="lt2"/>
                </a:solidFill>
              </a:defRPr>
            </a:lvl5pPr>
            <a:lvl6pPr indent="-317500" lvl="5" marL="2743200" algn="ctr">
              <a:lnSpc>
                <a:spcPct val="100000"/>
              </a:lnSpc>
              <a:spcBef>
                <a:spcPts val="0"/>
              </a:spcBef>
              <a:spcAft>
                <a:spcPts val="0"/>
              </a:spcAft>
              <a:buClr>
                <a:schemeClr val="lt2"/>
              </a:buClr>
              <a:buSzPts val="1400"/>
              <a:buChar char="■"/>
              <a:defRPr b="1" sz="1400">
                <a:solidFill>
                  <a:schemeClr val="lt2"/>
                </a:solidFill>
              </a:defRPr>
            </a:lvl6pPr>
            <a:lvl7pPr indent="-317500" lvl="6" marL="3200400" algn="ctr">
              <a:lnSpc>
                <a:spcPct val="100000"/>
              </a:lnSpc>
              <a:spcBef>
                <a:spcPts val="0"/>
              </a:spcBef>
              <a:spcAft>
                <a:spcPts val="0"/>
              </a:spcAft>
              <a:buClr>
                <a:schemeClr val="lt2"/>
              </a:buClr>
              <a:buSzPts val="1400"/>
              <a:buChar char="●"/>
              <a:defRPr b="1" sz="1400">
                <a:solidFill>
                  <a:schemeClr val="lt2"/>
                </a:solidFill>
              </a:defRPr>
            </a:lvl7pPr>
            <a:lvl8pPr indent="-317500" lvl="7" marL="3657600" algn="ctr">
              <a:lnSpc>
                <a:spcPct val="100000"/>
              </a:lnSpc>
              <a:spcBef>
                <a:spcPts val="0"/>
              </a:spcBef>
              <a:spcAft>
                <a:spcPts val="0"/>
              </a:spcAft>
              <a:buClr>
                <a:schemeClr val="lt2"/>
              </a:buClr>
              <a:buSzPts val="1400"/>
              <a:buChar char="○"/>
              <a:defRPr b="1" sz="1400">
                <a:solidFill>
                  <a:schemeClr val="lt2"/>
                </a:solidFill>
              </a:defRPr>
            </a:lvl8pPr>
            <a:lvl9pPr indent="-317500" lvl="8" marL="4114800" algn="ctr">
              <a:lnSpc>
                <a:spcPct val="100000"/>
              </a:lnSpc>
              <a:spcBef>
                <a:spcPts val="0"/>
              </a:spcBef>
              <a:spcAft>
                <a:spcPts val="0"/>
              </a:spcAft>
              <a:buClr>
                <a:schemeClr val="lt2"/>
              </a:buClr>
              <a:buSzPts val="1400"/>
              <a:buChar char="■"/>
              <a:defRPr b="1" sz="1400">
                <a:solidFill>
                  <a:schemeClr val="lt2"/>
                </a:solidFill>
              </a:defRPr>
            </a:lvl9pPr>
          </a:lstStyle>
          <a:p/>
        </p:txBody>
      </p:sp>
      <p:sp>
        <p:nvSpPr>
          <p:cNvPr id="880" name="Google Shape;880;p72"/>
          <p:cNvSpPr txBox="1"/>
          <p:nvPr>
            <p:ph idx="3"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body">
  <p:cSld name="CUSTOM">
    <p:bg>
      <p:bgPr>
        <a:solidFill>
          <a:schemeClr val="lt1"/>
        </a:solidFill>
      </p:bgPr>
    </p:bg>
    <p:spTree>
      <p:nvGrpSpPr>
        <p:cNvPr id="881" name="Shape 881"/>
        <p:cNvGrpSpPr/>
        <p:nvPr/>
      </p:nvGrpSpPr>
      <p:grpSpPr>
        <a:xfrm>
          <a:off x="0" y="0"/>
          <a:ext cx="0" cy="0"/>
          <a:chOff x="0" y="0"/>
          <a:chExt cx="0" cy="0"/>
        </a:xfrm>
      </p:grpSpPr>
      <p:sp>
        <p:nvSpPr>
          <p:cNvPr id="882" name="Google Shape;882;p73"/>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883" name="Google Shape;883;p73"/>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884" name="Google Shape;884;p73"/>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885" name="Google Shape;885;p73"/>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
        <p:nvSpPr>
          <p:cNvPr id="886" name="Google Shape;886;p73"/>
          <p:cNvSpPr/>
          <p:nvPr/>
        </p:nvSpPr>
        <p:spPr>
          <a:xfrm>
            <a:off x="228450" y="1762300"/>
            <a:ext cx="86868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ubik"/>
              <a:ea typeface="Rubik"/>
              <a:cs typeface="Rubik"/>
              <a:sym typeface="Rubik"/>
            </a:endParaRPr>
          </a:p>
        </p:txBody>
      </p:sp>
      <p:sp>
        <p:nvSpPr>
          <p:cNvPr id="887" name="Google Shape;887;p73"/>
          <p:cNvSpPr txBox="1"/>
          <p:nvPr>
            <p:ph idx="2" type="body"/>
          </p:nvPr>
        </p:nvSpPr>
        <p:spPr>
          <a:xfrm>
            <a:off x="456400" y="1983350"/>
            <a:ext cx="8113800" cy="27132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Clr>
                <a:schemeClr val="lt2"/>
              </a:buClr>
              <a:buSzPts val="1350"/>
              <a:buChar char="●"/>
              <a:defRPr>
                <a:solidFill>
                  <a:schemeClr val="lt2"/>
                </a:solidFill>
              </a:defRPr>
            </a:lvl1pPr>
            <a:lvl2pPr indent="-314325" lvl="1" marL="914400">
              <a:spcBef>
                <a:spcPts val="0"/>
              </a:spcBef>
              <a:spcAft>
                <a:spcPts val="0"/>
              </a:spcAft>
              <a:buClr>
                <a:schemeClr val="lt2"/>
              </a:buClr>
              <a:buSzPts val="1350"/>
              <a:buChar char="○"/>
              <a:defRPr>
                <a:solidFill>
                  <a:schemeClr val="lt2"/>
                </a:solidFill>
              </a:defRPr>
            </a:lvl2pPr>
            <a:lvl3pPr indent="-314325" lvl="2" marL="1371600">
              <a:spcBef>
                <a:spcPts val="0"/>
              </a:spcBef>
              <a:spcAft>
                <a:spcPts val="0"/>
              </a:spcAft>
              <a:buClr>
                <a:schemeClr val="lt2"/>
              </a:buClr>
              <a:buSzPts val="1350"/>
              <a:buChar char="■"/>
              <a:defRPr>
                <a:solidFill>
                  <a:schemeClr val="lt2"/>
                </a:solidFill>
              </a:defRPr>
            </a:lvl3pPr>
            <a:lvl4pPr indent="-314325" lvl="3" marL="1828800">
              <a:spcBef>
                <a:spcPts val="0"/>
              </a:spcBef>
              <a:spcAft>
                <a:spcPts val="0"/>
              </a:spcAft>
              <a:buClr>
                <a:schemeClr val="lt2"/>
              </a:buClr>
              <a:buSzPts val="1350"/>
              <a:buChar char="●"/>
              <a:defRPr>
                <a:solidFill>
                  <a:schemeClr val="lt2"/>
                </a:solidFill>
              </a:defRPr>
            </a:lvl4pPr>
            <a:lvl5pPr indent="-314325" lvl="4" marL="2286000">
              <a:spcBef>
                <a:spcPts val="0"/>
              </a:spcBef>
              <a:spcAft>
                <a:spcPts val="0"/>
              </a:spcAft>
              <a:buClr>
                <a:schemeClr val="lt2"/>
              </a:buClr>
              <a:buSzPts val="1350"/>
              <a:buChar char="○"/>
              <a:defRPr>
                <a:solidFill>
                  <a:schemeClr val="lt2"/>
                </a:solidFill>
              </a:defRPr>
            </a:lvl5pPr>
            <a:lvl6pPr indent="-314325" lvl="5" marL="2743200">
              <a:spcBef>
                <a:spcPts val="0"/>
              </a:spcBef>
              <a:spcAft>
                <a:spcPts val="0"/>
              </a:spcAft>
              <a:buClr>
                <a:schemeClr val="lt2"/>
              </a:buClr>
              <a:buSzPts val="1350"/>
              <a:buChar char="■"/>
              <a:defRPr>
                <a:solidFill>
                  <a:schemeClr val="lt2"/>
                </a:solidFill>
              </a:defRPr>
            </a:lvl6pPr>
            <a:lvl7pPr indent="-314325" lvl="6" marL="3200400">
              <a:spcBef>
                <a:spcPts val="0"/>
              </a:spcBef>
              <a:spcAft>
                <a:spcPts val="0"/>
              </a:spcAft>
              <a:buClr>
                <a:schemeClr val="lt2"/>
              </a:buClr>
              <a:buSzPts val="1350"/>
              <a:buChar char="●"/>
              <a:defRPr>
                <a:solidFill>
                  <a:schemeClr val="lt2"/>
                </a:solidFill>
              </a:defRPr>
            </a:lvl7pPr>
            <a:lvl8pPr indent="-314325" lvl="7" marL="3657600">
              <a:spcBef>
                <a:spcPts val="0"/>
              </a:spcBef>
              <a:spcAft>
                <a:spcPts val="0"/>
              </a:spcAft>
              <a:buClr>
                <a:schemeClr val="lt2"/>
              </a:buClr>
              <a:buSzPts val="1350"/>
              <a:buChar char="○"/>
              <a:defRPr>
                <a:solidFill>
                  <a:schemeClr val="lt2"/>
                </a:solidFill>
              </a:defRPr>
            </a:lvl8pPr>
            <a:lvl9pPr indent="-314325" lvl="8" marL="4114800">
              <a:spcBef>
                <a:spcPts val="0"/>
              </a:spcBef>
              <a:spcAft>
                <a:spcPts val="0"/>
              </a:spcAft>
              <a:buClr>
                <a:schemeClr val="lt2"/>
              </a:buClr>
              <a:buSzPts val="1350"/>
              <a:buChar char="■"/>
              <a:defRPr>
                <a:solidFill>
                  <a:schemeClr val="lt2"/>
                </a:solidFill>
              </a:defRPr>
            </a:lvl9pPr>
          </a:lstStyle>
          <a:p/>
        </p:txBody>
      </p:sp>
      <p:sp>
        <p:nvSpPr>
          <p:cNvPr id="888" name="Google Shape;888;p73"/>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e column and image">
  <p:cSld name="CUSTOM_1">
    <p:bg>
      <p:bgPr>
        <a:solidFill>
          <a:schemeClr val="lt1"/>
        </a:solidFill>
      </p:bgPr>
    </p:bg>
    <p:spTree>
      <p:nvGrpSpPr>
        <p:cNvPr id="889" name="Shape 889"/>
        <p:cNvGrpSpPr/>
        <p:nvPr/>
      </p:nvGrpSpPr>
      <p:grpSpPr>
        <a:xfrm>
          <a:off x="0" y="0"/>
          <a:ext cx="0" cy="0"/>
          <a:chOff x="0" y="0"/>
          <a:chExt cx="0" cy="0"/>
        </a:xfrm>
      </p:grpSpPr>
      <p:sp>
        <p:nvSpPr>
          <p:cNvPr id="890" name="Google Shape;890;p74"/>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891" name="Google Shape;891;p74"/>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892" name="Google Shape;892;p74"/>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893" name="Google Shape;893;p74"/>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
        <p:nvSpPr>
          <p:cNvPr id="894" name="Google Shape;894;p74"/>
          <p:cNvSpPr/>
          <p:nvPr>
            <p:ph idx="2" type="pic"/>
          </p:nvPr>
        </p:nvSpPr>
        <p:spPr>
          <a:xfrm>
            <a:off x="4685900" y="1762300"/>
            <a:ext cx="4229400" cy="3152400"/>
          </a:xfrm>
          <a:prstGeom prst="rect">
            <a:avLst/>
          </a:prstGeom>
          <a:noFill/>
          <a:ln>
            <a:noFill/>
          </a:ln>
        </p:spPr>
      </p:sp>
      <p:sp>
        <p:nvSpPr>
          <p:cNvPr id="895" name="Google Shape;895;p74"/>
          <p:cNvSpPr/>
          <p:nvPr/>
        </p:nvSpPr>
        <p:spPr>
          <a:xfrm>
            <a:off x="228450" y="1762300"/>
            <a:ext cx="42294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ubik"/>
              <a:ea typeface="Rubik"/>
              <a:cs typeface="Rubik"/>
              <a:sym typeface="Rubik"/>
            </a:endParaRPr>
          </a:p>
        </p:txBody>
      </p:sp>
      <p:sp>
        <p:nvSpPr>
          <p:cNvPr id="896" name="Google Shape;896;p74"/>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Clr>
                <a:schemeClr val="lt2"/>
              </a:buClr>
              <a:buSzPts val="1350"/>
              <a:buChar char="●"/>
              <a:defRPr>
                <a:solidFill>
                  <a:schemeClr val="lt2"/>
                </a:solidFill>
              </a:defRPr>
            </a:lvl1pPr>
            <a:lvl2pPr indent="-314325" lvl="1" marL="914400">
              <a:spcBef>
                <a:spcPts val="0"/>
              </a:spcBef>
              <a:spcAft>
                <a:spcPts val="0"/>
              </a:spcAft>
              <a:buClr>
                <a:schemeClr val="lt2"/>
              </a:buClr>
              <a:buSzPts val="1350"/>
              <a:buChar char="○"/>
              <a:defRPr>
                <a:solidFill>
                  <a:schemeClr val="lt2"/>
                </a:solidFill>
              </a:defRPr>
            </a:lvl2pPr>
            <a:lvl3pPr indent="-314325" lvl="2" marL="1371600">
              <a:spcBef>
                <a:spcPts val="0"/>
              </a:spcBef>
              <a:spcAft>
                <a:spcPts val="0"/>
              </a:spcAft>
              <a:buClr>
                <a:schemeClr val="lt2"/>
              </a:buClr>
              <a:buSzPts val="1350"/>
              <a:buChar char="■"/>
              <a:defRPr>
                <a:solidFill>
                  <a:schemeClr val="lt2"/>
                </a:solidFill>
              </a:defRPr>
            </a:lvl3pPr>
            <a:lvl4pPr indent="-314325" lvl="3" marL="1828800">
              <a:spcBef>
                <a:spcPts val="0"/>
              </a:spcBef>
              <a:spcAft>
                <a:spcPts val="0"/>
              </a:spcAft>
              <a:buClr>
                <a:schemeClr val="lt2"/>
              </a:buClr>
              <a:buSzPts val="1350"/>
              <a:buChar char="●"/>
              <a:defRPr>
                <a:solidFill>
                  <a:schemeClr val="lt2"/>
                </a:solidFill>
              </a:defRPr>
            </a:lvl4pPr>
            <a:lvl5pPr indent="-314325" lvl="4" marL="2286000">
              <a:spcBef>
                <a:spcPts val="0"/>
              </a:spcBef>
              <a:spcAft>
                <a:spcPts val="0"/>
              </a:spcAft>
              <a:buClr>
                <a:schemeClr val="lt2"/>
              </a:buClr>
              <a:buSzPts val="1350"/>
              <a:buChar char="○"/>
              <a:defRPr>
                <a:solidFill>
                  <a:schemeClr val="lt2"/>
                </a:solidFill>
              </a:defRPr>
            </a:lvl5pPr>
            <a:lvl6pPr indent="-314325" lvl="5" marL="2743200">
              <a:spcBef>
                <a:spcPts val="0"/>
              </a:spcBef>
              <a:spcAft>
                <a:spcPts val="0"/>
              </a:spcAft>
              <a:buClr>
                <a:schemeClr val="lt2"/>
              </a:buClr>
              <a:buSzPts val="1350"/>
              <a:buChar char="■"/>
              <a:defRPr>
                <a:solidFill>
                  <a:schemeClr val="lt2"/>
                </a:solidFill>
              </a:defRPr>
            </a:lvl6pPr>
            <a:lvl7pPr indent="-314325" lvl="6" marL="3200400">
              <a:spcBef>
                <a:spcPts val="0"/>
              </a:spcBef>
              <a:spcAft>
                <a:spcPts val="0"/>
              </a:spcAft>
              <a:buClr>
                <a:schemeClr val="lt2"/>
              </a:buClr>
              <a:buSzPts val="1350"/>
              <a:buChar char="●"/>
              <a:defRPr>
                <a:solidFill>
                  <a:schemeClr val="lt2"/>
                </a:solidFill>
              </a:defRPr>
            </a:lvl7pPr>
            <a:lvl8pPr indent="-314325" lvl="7" marL="3657600">
              <a:spcBef>
                <a:spcPts val="0"/>
              </a:spcBef>
              <a:spcAft>
                <a:spcPts val="0"/>
              </a:spcAft>
              <a:buClr>
                <a:schemeClr val="lt2"/>
              </a:buClr>
              <a:buSzPts val="1350"/>
              <a:buChar char="○"/>
              <a:defRPr>
                <a:solidFill>
                  <a:schemeClr val="lt2"/>
                </a:solidFill>
              </a:defRPr>
            </a:lvl8pPr>
            <a:lvl9pPr indent="-314325" lvl="8" marL="4114800">
              <a:spcBef>
                <a:spcPts val="0"/>
              </a:spcBef>
              <a:spcAft>
                <a:spcPts val="0"/>
              </a:spcAft>
              <a:buClr>
                <a:schemeClr val="lt2"/>
              </a:buClr>
              <a:buSzPts val="1350"/>
              <a:buChar char="■"/>
              <a:defRPr>
                <a:solidFill>
                  <a:schemeClr val="lt2"/>
                </a:solidFill>
              </a:defRPr>
            </a:lvl9pPr>
          </a:lstStyle>
          <a:p/>
        </p:txBody>
      </p:sp>
      <p:sp>
        <p:nvSpPr>
          <p:cNvPr id="897" name="Google Shape;897;p74"/>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1">
  <p:cSld name="CUSTOM_2">
    <p:bg>
      <p:bgPr>
        <a:solidFill>
          <a:schemeClr val="lt1"/>
        </a:solidFill>
      </p:bgPr>
    </p:bg>
    <p:spTree>
      <p:nvGrpSpPr>
        <p:cNvPr id="898" name="Shape 898"/>
        <p:cNvGrpSpPr/>
        <p:nvPr/>
      </p:nvGrpSpPr>
      <p:grpSpPr>
        <a:xfrm>
          <a:off x="0" y="0"/>
          <a:ext cx="0" cy="0"/>
          <a:chOff x="0" y="0"/>
          <a:chExt cx="0" cy="0"/>
        </a:xfrm>
      </p:grpSpPr>
      <p:sp>
        <p:nvSpPr>
          <p:cNvPr id="899" name="Google Shape;899;p75"/>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900" name="Google Shape;900;p75"/>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901" name="Google Shape;901;p75"/>
          <p:cNvSpPr/>
          <p:nvPr/>
        </p:nvSpPr>
        <p:spPr>
          <a:xfrm>
            <a:off x="2286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902" name="Google Shape;902;p75"/>
          <p:cNvSpPr txBox="1"/>
          <p:nvPr>
            <p:ph idx="1" type="subTitle"/>
          </p:nvPr>
        </p:nvSpPr>
        <p:spPr>
          <a:xfrm>
            <a:off x="2286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903" name="Google Shape;903;p75"/>
          <p:cNvSpPr/>
          <p:nvPr>
            <p:ph idx="2" type="pic"/>
          </p:nvPr>
        </p:nvSpPr>
        <p:spPr>
          <a:xfrm>
            <a:off x="228600" y="3062975"/>
            <a:ext cx="8686800" cy="1851900"/>
          </a:xfrm>
          <a:prstGeom prst="rect">
            <a:avLst/>
          </a:prstGeom>
          <a:noFill/>
          <a:ln>
            <a:noFill/>
          </a:ln>
        </p:spPr>
      </p:sp>
      <p:sp>
        <p:nvSpPr>
          <p:cNvPr id="904" name="Google Shape;904;p75"/>
          <p:cNvSpPr/>
          <p:nvPr/>
        </p:nvSpPr>
        <p:spPr>
          <a:xfrm>
            <a:off x="2286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905" name="Google Shape;905;p75"/>
          <p:cNvSpPr txBox="1"/>
          <p:nvPr>
            <p:ph idx="3" type="body"/>
          </p:nvPr>
        </p:nvSpPr>
        <p:spPr>
          <a:xfrm>
            <a:off x="2286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906" name="Google Shape;906;p75"/>
          <p:cNvSpPr/>
          <p:nvPr/>
        </p:nvSpPr>
        <p:spPr>
          <a:xfrm>
            <a:off x="318765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907" name="Google Shape;907;p75"/>
          <p:cNvSpPr/>
          <p:nvPr/>
        </p:nvSpPr>
        <p:spPr>
          <a:xfrm>
            <a:off x="614670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908" name="Google Shape;908;p75"/>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2">
  <p:cSld name="CUSTOM_2_1">
    <p:bg>
      <p:bgPr>
        <a:solidFill>
          <a:schemeClr val="lt1"/>
        </a:solidFill>
      </p:bgPr>
    </p:bg>
    <p:spTree>
      <p:nvGrpSpPr>
        <p:cNvPr id="909" name="Shape 909"/>
        <p:cNvGrpSpPr/>
        <p:nvPr/>
      </p:nvGrpSpPr>
      <p:grpSpPr>
        <a:xfrm>
          <a:off x="0" y="0"/>
          <a:ext cx="0" cy="0"/>
          <a:chOff x="0" y="0"/>
          <a:chExt cx="0" cy="0"/>
        </a:xfrm>
      </p:grpSpPr>
      <p:sp>
        <p:nvSpPr>
          <p:cNvPr id="910" name="Google Shape;910;p76"/>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911" name="Google Shape;911;p76"/>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912" name="Google Shape;912;p76"/>
          <p:cNvSpPr/>
          <p:nvPr>
            <p:ph idx="2" type="pic"/>
          </p:nvPr>
        </p:nvSpPr>
        <p:spPr>
          <a:xfrm>
            <a:off x="228600" y="3062975"/>
            <a:ext cx="8686800" cy="1851900"/>
          </a:xfrm>
          <a:prstGeom prst="rect">
            <a:avLst/>
          </a:prstGeom>
          <a:noFill/>
          <a:ln>
            <a:noFill/>
          </a:ln>
        </p:spPr>
      </p:sp>
      <p:sp>
        <p:nvSpPr>
          <p:cNvPr id="913" name="Google Shape;913;p76"/>
          <p:cNvSpPr/>
          <p:nvPr/>
        </p:nvSpPr>
        <p:spPr>
          <a:xfrm>
            <a:off x="614670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914" name="Google Shape;914;p76"/>
          <p:cNvSpPr/>
          <p:nvPr/>
        </p:nvSpPr>
        <p:spPr>
          <a:xfrm>
            <a:off x="228600" y="1322476"/>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915" name="Google Shape;915;p76"/>
          <p:cNvSpPr/>
          <p:nvPr/>
        </p:nvSpPr>
        <p:spPr>
          <a:xfrm>
            <a:off x="318765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916" name="Google Shape;916;p76"/>
          <p:cNvSpPr txBox="1"/>
          <p:nvPr>
            <p:ph idx="1" type="subTitle"/>
          </p:nvPr>
        </p:nvSpPr>
        <p:spPr>
          <a:xfrm>
            <a:off x="318765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917" name="Google Shape;917;p76"/>
          <p:cNvSpPr/>
          <p:nvPr/>
        </p:nvSpPr>
        <p:spPr>
          <a:xfrm>
            <a:off x="318765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918" name="Google Shape;918;p76"/>
          <p:cNvSpPr txBox="1"/>
          <p:nvPr>
            <p:ph idx="3" type="body"/>
          </p:nvPr>
        </p:nvSpPr>
        <p:spPr>
          <a:xfrm>
            <a:off x="318765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919" name="Google Shape;919;p76"/>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3">
  <p:cSld name="CUSTOM_2_1_1">
    <p:bg>
      <p:bgPr>
        <a:solidFill>
          <a:schemeClr val="lt1"/>
        </a:solidFill>
      </p:bgPr>
    </p:bg>
    <p:spTree>
      <p:nvGrpSpPr>
        <p:cNvPr id="920" name="Shape 920"/>
        <p:cNvGrpSpPr/>
        <p:nvPr/>
      </p:nvGrpSpPr>
      <p:grpSpPr>
        <a:xfrm>
          <a:off x="0" y="0"/>
          <a:ext cx="0" cy="0"/>
          <a:chOff x="0" y="0"/>
          <a:chExt cx="0" cy="0"/>
        </a:xfrm>
      </p:grpSpPr>
      <p:sp>
        <p:nvSpPr>
          <p:cNvPr id="921" name="Google Shape;921;p77"/>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922" name="Google Shape;922;p77"/>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923" name="Google Shape;923;p77"/>
          <p:cNvSpPr/>
          <p:nvPr>
            <p:ph idx="2" type="pic"/>
          </p:nvPr>
        </p:nvSpPr>
        <p:spPr>
          <a:xfrm>
            <a:off x="228600" y="3062975"/>
            <a:ext cx="8686800" cy="1851900"/>
          </a:xfrm>
          <a:prstGeom prst="rect">
            <a:avLst/>
          </a:prstGeom>
          <a:noFill/>
          <a:ln>
            <a:noFill/>
          </a:ln>
        </p:spPr>
      </p:sp>
      <p:sp>
        <p:nvSpPr>
          <p:cNvPr id="924" name="Google Shape;924;p77"/>
          <p:cNvSpPr/>
          <p:nvPr/>
        </p:nvSpPr>
        <p:spPr>
          <a:xfrm>
            <a:off x="228600" y="1322476"/>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925" name="Google Shape;925;p77"/>
          <p:cNvSpPr/>
          <p:nvPr/>
        </p:nvSpPr>
        <p:spPr>
          <a:xfrm>
            <a:off x="318765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926" name="Google Shape;926;p77"/>
          <p:cNvSpPr/>
          <p:nvPr/>
        </p:nvSpPr>
        <p:spPr>
          <a:xfrm>
            <a:off x="61467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927" name="Google Shape;927;p77"/>
          <p:cNvSpPr txBox="1"/>
          <p:nvPr>
            <p:ph idx="1" type="subTitle"/>
          </p:nvPr>
        </p:nvSpPr>
        <p:spPr>
          <a:xfrm>
            <a:off x="61467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928" name="Google Shape;928;p77"/>
          <p:cNvSpPr/>
          <p:nvPr/>
        </p:nvSpPr>
        <p:spPr>
          <a:xfrm>
            <a:off x="61467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929" name="Google Shape;929;p77"/>
          <p:cNvSpPr txBox="1"/>
          <p:nvPr>
            <p:ph idx="3" type="body"/>
          </p:nvPr>
        </p:nvSpPr>
        <p:spPr>
          <a:xfrm>
            <a:off x="61467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930" name="Google Shape;930;p77"/>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4">
  <p:cSld name="CUSTOM_2_1_1_1">
    <p:bg>
      <p:bgPr>
        <a:solidFill>
          <a:schemeClr val="lt1"/>
        </a:solidFill>
      </p:bgPr>
    </p:bg>
    <p:spTree>
      <p:nvGrpSpPr>
        <p:cNvPr id="931" name="Shape 931"/>
        <p:cNvGrpSpPr/>
        <p:nvPr/>
      </p:nvGrpSpPr>
      <p:grpSpPr>
        <a:xfrm>
          <a:off x="0" y="0"/>
          <a:ext cx="0" cy="0"/>
          <a:chOff x="0" y="0"/>
          <a:chExt cx="0" cy="0"/>
        </a:xfrm>
      </p:grpSpPr>
      <p:sp>
        <p:nvSpPr>
          <p:cNvPr id="932" name="Google Shape;932;p78"/>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933" name="Google Shape;933;p78"/>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934" name="Google Shape;934;p78"/>
          <p:cNvSpPr/>
          <p:nvPr>
            <p:ph idx="2" type="pic"/>
          </p:nvPr>
        </p:nvSpPr>
        <p:spPr>
          <a:xfrm>
            <a:off x="228600" y="3062975"/>
            <a:ext cx="8686800" cy="1851900"/>
          </a:xfrm>
          <a:prstGeom prst="rect">
            <a:avLst/>
          </a:prstGeom>
          <a:noFill/>
          <a:ln>
            <a:noFill/>
          </a:ln>
        </p:spPr>
      </p:sp>
      <p:sp>
        <p:nvSpPr>
          <p:cNvPr id="935" name="Google Shape;935;p78"/>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936" name="Google Shape;936;p78"/>
          <p:cNvSpPr/>
          <p:nvPr/>
        </p:nvSpPr>
        <p:spPr>
          <a:xfrm>
            <a:off x="2286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937" name="Google Shape;937;p78"/>
          <p:cNvSpPr txBox="1"/>
          <p:nvPr>
            <p:ph idx="1" type="subTitle"/>
          </p:nvPr>
        </p:nvSpPr>
        <p:spPr>
          <a:xfrm>
            <a:off x="2286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938" name="Google Shape;938;p78"/>
          <p:cNvSpPr/>
          <p:nvPr/>
        </p:nvSpPr>
        <p:spPr>
          <a:xfrm>
            <a:off x="2286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939" name="Google Shape;939;p78"/>
          <p:cNvSpPr txBox="1"/>
          <p:nvPr>
            <p:ph idx="3" type="body"/>
          </p:nvPr>
        </p:nvSpPr>
        <p:spPr>
          <a:xfrm>
            <a:off x="2286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940" name="Google Shape;940;p78"/>
          <p:cNvSpPr/>
          <p:nvPr/>
        </p:nvSpPr>
        <p:spPr>
          <a:xfrm>
            <a:off x="318765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941" name="Google Shape;941;p78"/>
          <p:cNvSpPr txBox="1"/>
          <p:nvPr>
            <p:ph idx="4" type="subTitle"/>
          </p:nvPr>
        </p:nvSpPr>
        <p:spPr>
          <a:xfrm>
            <a:off x="318765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942" name="Google Shape;942;p78"/>
          <p:cNvSpPr/>
          <p:nvPr/>
        </p:nvSpPr>
        <p:spPr>
          <a:xfrm>
            <a:off x="318765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943" name="Google Shape;943;p78"/>
          <p:cNvSpPr txBox="1"/>
          <p:nvPr>
            <p:ph idx="5" type="body"/>
          </p:nvPr>
        </p:nvSpPr>
        <p:spPr>
          <a:xfrm>
            <a:off x="318765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944" name="Google Shape;944;p78"/>
          <p:cNvSpPr/>
          <p:nvPr/>
        </p:nvSpPr>
        <p:spPr>
          <a:xfrm>
            <a:off x="61467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945" name="Google Shape;945;p78"/>
          <p:cNvSpPr txBox="1"/>
          <p:nvPr>
            <p:ph idx="6" type="subTitle"/>
          </p:nvPr>
        </p:nvSpPr>
        <p:spPr>
          <a:xfrm>
            <a:off x="61467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946" name="Google Shape;946;p78"/>
          <p:cNvSpPr/>
          <p:nvPr/>
        </p:nvSpPr>
        <p:spPr>
          <a:xfrm>
            <a:off x="61467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947" name="Google Shape;947;p78"/>
          <p:cNvSpPr txBox="1"/>
          <p:nvPr>
            <p:ph idx="7" type="body"/>
          </p:nvPr>
        </p:nvSpPr>
        <p:spPr>
          <a:xfrm>
            <a:off x="61467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CUSTOM_3">
    <p:bg>
      <p:bgPr>
        <a:solidFill>
          <a:schemeClr val="dk2"/>
        </a:solidFill>
      </p:bgPr>
    </p:bg>
    <p:spTree>
      <p:nvGrpSpPr>
        <p:cNvPr id="948" name="Shape 948"/>
        <p:cNvGrpSpPr/>
        <p:nvPr/>
      </p:nvGrpSpPr>
      <p:grpSpPr>
        <a:xfrm>
          <a:off x="0" y="0"/>
          <a:ext cx="0" cy="0"/>
          <a:chOff x="0" y="0"/>
          <a:chExt cx="0" cy="0"/>
        </a:xfrm>
      </p:grpSpPr>
      <p:sp>
        <p:nvSpPr>
          <p:cNvPr id="949" name="Google Shape;949;p79"/>
          <p:cNvSpPr/>
          <p:nvPr/>
        </p:nvSpPr>
        <p:spPr>
          <a:xfrm>
            <a:off x="228600" y="228600"/>
            <a:ext cx="86868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accent3"/>
              </a:buClr>
              <a:buSzPts val="1100"/>
              <a:buNone/>
            </a:pPr>
            <a:r>
              <a:t/>
            </a:r>
            <a:endParaRPr sz="5600">
              <a:solidFill>
                <a:schemeClr val="lt2"/>
              </a:solidFill>
              <a:latin typeface="Young Serif"/>
              <a:ea typeface="Young Serif"/>
              <a:cs typeface="Young Serif"/>
              <a:sym typeface="Young Serif"/>
            </a:endParaRPr>
          </a:p>
        </p:txBody>
      </p:sp>
      <p:sp>
        <p:nvSpPr>
          <p:cNvPr id="950" name="Google Shape;950;p79"/>
          <p:cNvSpPr txBox="1"/>
          <p:nvPr>
            <p:ph type="title"/>
          </p:nvPr>
        </p:nvSpPr>
        <p:spPr>
          <a:xfrm>
            <a:off x="1248900" y="1777350"/>
            <a:ext cx="6646200" cy="1588800"/>
          </a:xfrm>
          <a:prstGeom prst="rect">
            <a:avLst/>
          </a:prstGeom>
        </p:spPr>
        <p:txBody>
          <a:bodyPr anchorCtr="0" anchor="ctr" bIns="91425" lIns="91425" spcFirstLastPara="1" rIns="91425" wrap="square" tIns="91425">
            <a:normAutofit/>
          </a:bodyPr>
          <a:lstStyle>
            <a:lvl1pPr lvl="0" algn="ctr">
              <a:lnSpc>
                <a:spcPct val="90000"/>
              </a:lnSpc>
              <a:spcBef>
                <a:spcPts val="0"/>
              </a:spcBef>
              <a:spcAft>
                <a:spcPts val="0"/>
              </a:spcAft>
              <a:buClr>
                <a:schemeClr val="dk2"/>
              </a:buClr>
              <a:buSzPts val="5600"/>
              <a:buNone/>
              <a:defRPr sz="5600">
                <a:solidFill>
                  <a:schemeClr val="dk2"/>
                </a:solidFill>
              </a:defRPr>
            </a:lvl1pPr>
            <a:lvl2pPr lvl="1">
              <a:spcBef>
                <a:spcPts val="0"/>
              </a:spcBef>
              <a:spcAft>
                <a:spcPts val="0"/>
              </a:spcAft>
              <a:buClr>
                <a:schemeClr val="dk2"/>
              </a:buClr>
              <a:buSzPts val="4000"/>
              <a:buNone/>
              <a:defRPr>
                <a:solidFill>
                  <a:schemeClr val="dk2"/>
                </a:solidFill>
              </a:defRPr>
            </a:lvl2pPr>
            <a:lvl3pPr lvl="2">
              <a:spcBef>
                <a:spcPts val="0"/>
              </a:spcBef>
              <a:spcAft>
                <a:spcPts val="0"/>
              </a:spcAft>
              <a:buClr>
                <a:schemeClr val="dk2"/>
              </a:buClr>
              <a:buSzPts val="4000"/>
              <a:buNone/>
              <a:defRPr>
                <a:solidFill>
                  <a:schemeClr val="dk2"/>
                </a:solidFill>
              </a:defRPr>
            </a:lvl3pPr>
            <a:lvl4pPr lvl="3">
              <a:spcBef>
                <a:spcPts val="0"/>
              </a:spcBef>
              <a:spcAft>
                <a:spcPts val="0"/>
              </a:spcAft>
              <a:buClr>
                <a:schemeClr val="dk2"/>
              </a:buClr>
              <a:buSzPts val="4000"/>
              <a:buNone/>
              <a:defRPr>
                <a:solidFill>
                  <a:schemeClr val="dk2"/>
                </a:solidFill>
              </a:defRPr>
            </a:lvl4pPr>
            <a:lvl5pPr lvl="4">
              <a:spcBef>
                <a:spcPts val="0"/>
              </a:spcBef>
              <a:spcAft>
                <a:spcPts val="0"/>
              </a:spcAft>
              <a:buClr>
                <a:schemeClr val="dk2"/>
              </a:buClr>
              <a:buSzPts val="4000"/>
              <a:buNone/>
              <a:defRPr>
                <a:solidFill>
                  <a:schemeClr val="dk2"/>
                </a:solidFill>
              </a:defRPr>
            </a:lvl5pPr>
            <a:lvl6pPr lvl="5">
              <a:spcBef>
                <a:spcPts val="0"/>
              </a:spcBef>
              <a:spcAft>
                <a:spcPts val="0"/>
              </a:spcAft>
              <a:buClr>
                <a:schemeClr val="dk2"/>
              </a:buClr>
              <a:buSzPts val="4000"/>
              <a:buNone/>
              <a:defRPr>
                <a:solidFill>
                  <a:schemeClr val="dk2"/>
                </a:solidFill>
              </a:defRPr>
            </a:lvl6pPr>
            <a:lvl7pPr lvl="6">
              <a:spcBef>
                <a:spcPts val="0"/>
              </a:spcBef>
              <a:spcAft>
                <a:spcPts val="0"/>
              </a:spcAft>
              <a:buClr>
                <a:schemeClr val="dk2"/>
              </a:buClr>
              <a:buSzPts val="4000"/>
              <a:buNone/>
              <a:defRPr>
                <a:solidFill>
                  <a:schemeClr val="dk2"/>
                </a:solidFill>
              </a:defRPr>
            </a:lvl7pPr>
            <a:lvl8pPr lvl="7">
              <a:spcBef>
                <a:spcPts val="0"/>
              </a:spcBef>
              <a:spcAft>
                <a:spcPts val="0"/>
              </a:spcAft>
              <a:buClr>
                <a:schemeClr val="dk2"/>
              </a:buClr>
              <a:buSzPts val="4000"/>
              <a:buNone/>
              <a:defRPr>
                <a:solidFill>
                  <a:schemeClr val="dk2"/>
                </a:solidFill>
              </a:defRPr>
            </a:lvl8pPr>
            <a:lvl9pPr lvl="8">
              <a:spcBef>
                <a:spcPts val="0"/>
              </a:spcBef>
              <a:spcAft>
                <a:spcPts val="0"/>
              </a:spcAft>
              <a:buClr>
                <a:schemeClr val="dk2"/>
              </a:buClr>
              <a:buSzPts val="4000"/>
              <a:buNone/>
              <a:defRPr>
                <a:solidFill>
                  <a:schemeClr val="dk2"/>
                </a:solidFill>
              </a:defRPr>
            </a:lvl9pPr>
          </a:lstStyle>
          <a:p/>
        </p:txBody>
      </p:sp>
      <p:sp>
        <p:nvSpPr>
          <p:cNvPr id="951" name="Google Shape;951;p79"/>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4">
    <p:spTree>
      <p:nvGrpSpPr>
        <p:cNvPr id="952" name="Shape 9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38" Type="http://schemas.openxmlformats.org/officeDocument/2006/relationships/theme" Target="../theme/theme1.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8.xml"/><Relationship Id="rId22" Type="http://schemas.openxmlformats.org/officeDocument/2006/relationships/slideLayout" Target="../slideLayouts/slideLayout70.xml"/><Relationship Id="rId21" Type="http://schemas.openxmlformats.org/officeDocument/2006/relationships/slideLayout" Target="../slideLayouts/slideLayout69.xml"/><Relationship Id="rId24" Type="http://schemas.openxmlformats.org/officeDocument/2006/relationships/slideLayout" Target="../slideLayouts/slideLayout72.xml"/><Relationship Id="rId23" Type="http://schemas.openxmlformats.org/officeDocument/2006/relationships/slideLayout" Target="../slideLayouts/slideLayout71.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26" Type="http://schemas.openxmlformats.org/officeDocument/2006/relationships/slideLayout" Target="../slideLayouts/slideLayout74.xml"/><Relationship Id="rId25" Type="http://schemas.openxmlformats.org/officeDocument/2006/relationships/slideLayout" Target="../slideLayouts/slideLayout73.xml"/><Relationship Id="rId28" Type="http://schemas.openxmlformats.org/officeDocument/2006/relationships/slideLayout" Target="../slideLayouts/slideLayout76.xml"/><Relationship Id="rId27" Type="http://schemas.openxmlformats.org/officeDocument/2006/relationships/slideLayout" Target="../slideLayouts/slideLayout75.xml"/><Relationship Id="rId5" Type="http://schemas.openxmlformats.org/officeDocument/2006/relationships/slideLayout" Target="../slideLayouts/slideLayout53.xml"/><Relationship Id="rId6" Type="http://schemas.openxmlformats.org/officeDocument/2006/relationships/slideLayout" Target="../slideLayouts/slideLayout54.xml"/><Relationship Id="rId29" Type="http://schemas.openxmlformats.org/officeDocument/2006/relationships/slideLayout" Target="../slideLayouts/slideLayout77.xml"/><Relationship Id="rId7" Type="http://schemas.openxmlformats.org/officeDocument/2006/relationships/slideLayout" Target="../slideLayouts/slideLayout55.xml"/><Relationship Id="rId8" Type="http://schemas.openxmlformats.org/officeDocument/2006/relationships/slideLayout" Target="../slideLayouts/slideLayout56.xml"/><Relationship Id="rId30" Type="http://schemas.openxmlformats.org/officeDocument/2006/relationships/theme" Target="../theme/theme4.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slideLayout" Target="../slideLayouts/slideLayout61.xml"/><Relationship Id="rId12" Type="http://schemas.openxmlformats.org/officeDocument/2006/relationships/slideLayout" Target="../slideLayouts/slideLayout60.xml"/><Relationship Id="rId15" Type="http://schemas.openxmlformats.org/officeDocument/2006/relationships/slideLayout" Target="../slideLayouts/slideLayout63.xml"/><Relationship Id="rId14" Type="http://schemas.openxmlformats.org/officeDocument/2006/relationships/slideLayout" Target="../slideLayouts/slideLayout62.xml"/><Relationship Id="rId17" Type="http://schemas.openxmlformats.org/officeDocument/2006/relationships/slideLayout" Target="../slideLayouts/slideLayout65.xml"/><Relationship Id="rId16" Type="http://schemas.openxmlformats.org/officeDocument/2006/relationships/slideLayout" Target="../slideLayouts/slideLayout64.xml"/><Relationship Id="rId19" Type="http://schemas.openxmlformats.org/officeDocument/2006/relationships/slideLayout" Target="../slideLayouts/slideLayout67.xml"/><Relationship Id="rId18"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653375" y="4829350"/>
            <a:ext cx="490500" cy="311700"/>
          </a:xfrm>
          <a:prstGeom prst="rect">
            <a:avLst/>
          </a:prstGeom>
          <a:noFill/>
          <a:ln>
            <a:noFill/>
          </a:ln>
        </p:spPr>
        <p:txBody>
          <a:bodyPr anchorCtr="0" anchor="t" bIns="91425" lIns="91425" spcFirstLastPara="1" rIns="91425" wrap="square" tIns="91425">
            <a:noAutofit/>
          </a:bodyPr>
          <a:lstStyle>
            <a:lvl1pPr lvl="0" algn="ctr">
              <a:buNone/>
              <a:defRPr sz="800">
                <a:solidFill>
                  <a:schemeClr val="lt1"/>
                </a:solidFill>
                <a:latin typeface="IBM Plex Mono"/>
                <a:ea typeface="IBM Plex Mono"/>
                <a:cs typeface="IBM Plex Mono"/>
                <a:sym typeface="IBM Plex Mono"/>
              </a:defRPr>
            </a:lvl1pPr>
            <a:lvl2pPr lvl="1" algn="ctr">
              <a:buNone/>
              <a:defRPr sz="800">
                <a:solidFill>
                  <a:schemeClr val="lt1"/>
                </a:solidFill>
                <a:latin typeface="IBM Plex Mono"/>
                <a:ea typeface="IBM Plex Mono"/>
                <a:cs typeface="IBM Plex Mono"/>
                <a:sym typeface="IBM Plex Mono"/>
              </a:defRPr>
            </a:lvl2pPr>
            <a:lvl3pPr lvl="2" algn="ctr">
              <a:buNone/>
              <a:defRPr sz="800">
                <a:solidFill>
                  <a:schemeClr val="lt1"/>
                </a:solidFill>
                <a:latin typeface="IBM Plex Mono"/>
                <a:ea typeface="IBM Plex Mono"/>
                <a:cs typeface="IBM Plex Mono"/>
                <a:sym typeface="IBM Plex Mono"/>
              </a:defRPr>
            </a:lvl3pPr>
            <a:lvl4pPr lvl="3" algn="ctr">
              <a:buNone/>
              <a:defRPr sz="800">
                <a:solidFill>
                  <a:schemeClr val="lt1"/>
                </a:solidFill>
                <a:latin typeface="IBM Plex Mono"/>
                <a:ea typeface="IBM Plex Mono"/>
                <a:cs typeface="IBM Plex Mono"/>
                <a:sym typeface="IBM Plex Mono"/>
              </a:defRPr>
            </a:lvl4pPr>
            <a:lvl5pPr lvl="4" algn="ctr">
              <a:buNone/>
              <a:defRPr sz="800">
                <a:solidFill>
                  <a:schemeClr val="lt1"/>
                </a:solidFill>
                <a:latin typeface="IBM Plex Mono"/>
                <a:ea typeface="IBM Plex Mono"/>
                <a:cs typeface="IBM Plex Mono"/>
                <a:sym typeface="IBM Plex Mono"/>
              </a:defRPr>
            </a:lvl5pPr>
            <a:lvl6pPr lvl="5" algn="ctr">
              <a:buNone/>
              <a:defRPr sz="800">
                <a:solidFill>
                  <a:schemeClr val="lt1"/>
                </a:solidFill>
                <a:latin typeface="IBM Plex Mono"/>
                <a:ea typeface="IBM Plex Mono"/>
                <a:cs typeface="IBM Plex Mono"/>
                <a:sym typeface="IBM Plex Mono"/>
              </a:defRPr>
            </a:lvl6pPr>
            <a:lvl7pPr lvl="6" algn="ctr">
              <a:buNone/>
              <a:defRPr sz="800">
                <a:solidFill>
                  <a:schemeClr val="lt1"/>
                </a:solidFill>
                <a:latin typeface="IBM Plex Mono"/>
                <a:ea typeface="IBM Plex Mono"/>
                <a:cs typeface="IBM Plex Mono"/>
                <a:sym typeface="IBM Plex Mono"/>
              </a:defRPr>
            </a:lvl7pPr>
            <a:lvl8pPr lvl="7" algn="ctr">
              <a:buNone/>
              <a:defRPr sz="800">
                <a:solidFill>
                  <a:schemeClr val="lt1"/>
                </a:solidFill>
                <a:latin typeface="IBM Plex Mono"/>
                <a:ea typeface="IBM Plex Mono"/>
                <a:cs typeface="IBM Plex Mono"/>
                <a:sym typeface="IBM Plex Mono"/>
              </a:defRPr>
            </a:lvl8pPr>
            <a:lvl9pPr lvl="8" algn="ctr">
              <a:buNone/>
              <a:defRPr sz="800">
                <a:solidFill>
                  <a:schemeClr val="lt1"/>
                </a:solidFill>
                <a:latin typeface="IBM Plex Mono"/>
                <a:ea typeface="IBM Plex Mono"/>
                <a:cs typeface="IBM Plex Mono"/>
                <a:sym typeface="IBM Plex Mono"/>
              </a:defRPr>
            </a:lvl9pPr>
          </a:lstStyle>
          <a:p>
            <a:pPr indent="0" lvl="0" marL="0" rtl="0" algn="ctr">
              <a:spcBef>
                <a:spcPts val="0"/>
              </a:spcBef>
              <a:spcAft>
                <a:spcPts val="0"/>
              </a:spcAft>
              <a:buNone/>
            </a:pPr>
            <a:fld id="{00000000-1234-1234-1234-123412341234}" type="slidenum">
              <a:rPr lang="en"/>
              <a:t>‹#›</a:t>
            </a:fld>
            <a:endParaRPr/>
          </a:p>
        </p:txBody>
      </p:sp>
      <p:sp>
        <p:nvSpPr>
          <p:cNvPr id="52" name="Google Shape;52;p13"/>
          <p:cNvSpPr txBox="1"/>
          <p:nvPr>
            <p:ph type="title"/>
          </p:nvPr>
        </p:nvSpPr>
        <p:spPr>
          <a:xfrm>
            <a:off x="229050" y="228600"/>
            <a:ext cx="8685900" cy="1018500"/>
          </a:xfrm>
          <a:prstGeom prst="rect">
            <a:avLst/>
          </a:prstGeom>
          <a:noFill/>
          <a:ln>
            <a:noFill/>
          </a:ln>
        </p:spPr>
        <p:txBody>
          <a:bodyPr anchorCtr="0" anchor="t" bIns="91425" lIns="91425" spcFirstLastPara="1" rIns="91425" wrap="square" tIns="91425">
            <a:noAutofit/>
          </a:bodyPr>
          <a:lstStyle>
            <a:lvl1pPr lvl="0">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1pPr>
            <a:lvl2pPr lvl="1">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2pPr>
            <a:lvl3pPr lvl="2">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3pPr>
            <a:lvl4pPr lvl="3">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4pPr>
            <a:lvl5pPr lvl="4">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5pPr>
            <a:lvl6pPr lvl="5">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6pPr>
            <a:lvl7pPr lvl="6">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7pPr>
            <a:lvl8pPr lvl="7">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8pPr>
            <a:lvl9pPr lvl="8">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9pPr>
          </a:lstStyle>
          <a:p/>
        </p:txBody>
      </p:sp>
      <p:sp>
        <p:nvSpPr>
          <p:cNvPr id="53" name="Google Shape;53;p13"/>
          <p:cNvSpPr txBox="1"/>
          <p:nvPr>
            <p:ph idx="1" type="body"/>
          </p:nvPr>
        </p:nvSpPr>
        <p:spPr>
          <a:xfrm>
            <a:off x="280800" y="2705300"/>
            <a:ext cx="3906900" cy="19314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1pPr>
            <a:lvl2pPr indent="-317500" lvl="1" marL="9144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2pPr>
            <a:lvl3pPr indent="-317500" lvl="2" marL="13716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3pPr>
            <a:lvl4pPr indent="-317500" lvl="3" marL="18288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4pPr>
            <a:lvl5pPr indent="-317500" lvl="4" marL="22860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5pPr>
            <a:lvl6pPr indent="-317500" lvl="5" marL="27432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6pPr>
            <a:lvl7pPr indent="-317500" lvl="6" marL="32004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7pPr>
            <a:lvl8pPr indent="-317500" lvl="7" marL="36576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8pPr>
            <a:lvl9pPr indent="-317500" lvl="8" marL="41148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45" name="Shape 745"/>
        <p:cNvGrpSpPr/>
        <p:nvPr/>
      </p:nvGrpSpPr>
      <p:grpSpPr>
        <a:xfrm>
          <a:off x="0" y="0"/>
          <a:ext cx="0" cy="0"/>
          <a:chOff x="0" y="0"/>
          <a:chExt cx="0" cy="0"/>
        </a:xfrm>
      </p:grpSpPr>
      <p:sp>
        <p:nvSpPr>
          <p:cNvPr id="746" name="Google Shape;746;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1pPr>
            <a:lvl2pPr lvl="1">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2pPr>
            <a:lvl3pPr lvl="2">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3pPr>
            <a:lvl4pPr lvl="3">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4pPr>
            <a:lvl5pPr lvl="4">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5pPr>
            <a:lvl6pPr lvl="5">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6pPr>
            <a:lvl7pPr lvl="6">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7pPr>
            <a:lvl8pPr lvl="7">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8pPr>
            <a:lvl9pPr lvl="8">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9pPr>
          </a:lstStyle>
          <a:p/>
        </p:txBody>
      </p:sp>
      <p:sp>
        <p:nvSpPr>
          <p:cNvPr id="747" name="Google Shape;747;p51"/>
          <p:cNvSpPr txBox="1"/>
          <p:nvPr>
            <p:ph idx="1" type="body"/>
          </p:nvPr>
        </p:nvSpPr>
        <p:spPr>
          <a:xfrm>
            <a:off x="311700" y="1814450"/>
            <a:ext cx="8520600" cy="3416400"/>
          </a:xfrm>
          <a:prstGeom prst="rect">
            <a:avLst/>
          </a:prstGeom>
          <a:noFill/>
          <a:ln>
            <a:noFill/>
          </a:ln>
        </p:spPr>
        <p:txBody>
          <a:bodyPr anchorCtr="0" anchor="t" bIns="91425" lIns="91425" spcFirstLastPara="1" rIns="91425" wrap="square" tIns="91425">
            <a:normAutofit/>
          </a:bodyPr>
          <a:lstStyle>
            <a:lvl1pPr indent="-314325" lvl="0" marL="4572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1pPr>
            <a:lvl2pPr indent="-314325" lvl="1" marL="9144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2pPr>
            <a:lvl3pPr indent="-314325" lvl="2" marL="13716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3pPr>
            <a:lvl4pPr indent="-314325" lvl="3" marL="18288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4pPr>
            <a:lvl5pPr indent="-314325" lvl="4" marL="22860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5pPr>
            <a:lvl6pPr indent="-314325" lvl="5" marL="27432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6pPr>
            <a:lvl7pPr indent="-314325" lvl="6" marL="32004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7pPr>
            <a:lvl8pPr indent="-314325" lvl="7" marL="36576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8pPr>
            <a:lvl9pPr indent="-314325" lvl="8" marL="41148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9pPr>
          </a:lstStyle>
          <a:p/>
        </p:txBody>
      </p:sp>
      <p:sp>
        <p:nvSpPr>
          <p:cNvPr id="748" name="Google Shape;748;p51"/>
          <p:cNvSpPr txBox="1"/>
          <p:nvPr>
            <p:ph idx="12" type="sldNum"/>
          </p:nvPr>
        </p:nvSpPr>
        <p:spPr>
          <a:xfrm>
            <a:off x="8595308" y="4749892"/>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ubik"/>
                <a:ea typeface="Rubik"/>
                <a:cs typeface="Rubik"/>
                <a:sym typeface="Rubik"/>
              </a:defRPr>
            </a:lvl1pPr>
            <a:lvl2pPr lvl="1" algn="r">
              <a:buNone/>
              <a:defRPr sz="1000">
                <a:solidFill>
                  <a:schemeClr val="dk2"/>
                </a:solidFill>
                <a:latin typeface="Rubik"/>
                <a:ea typeface="Rubik"/>
                <a:cs typeface="Rubik"/>
                <a:sym typeface="Rubik"/>
              </a:defRPr>
            </a:lvl2pPr>
            <a:lvl3pPr lvl="2" algn="r">
              <a:buNone/>
              <a:defRPr sz="1000">
                <a:solidFill>
                  <a:schemeClr val="dk2"/>
                </a:solidFill>
                <a:latin typeface="Rubik"/>
                <a:ea typeface="Rubik"/>
                <a:cs typeface="Rubik"/>
                <a:sym typeface="Rubik"/>
              </a:defRPr>
            </a:lvl3pPr>
            <a:lvl4pPr lvl="3" algn="r">
              <a:buNone/>
              <a:defRPr sz="1000">
                <a:solidFill>
                  <a:schemeClr val="dk2"/>
                </a:solidFill>
                <a:latin typeface="Rubik"/>
                <a:ea typeface="Rubik"/>
                <a:cs typeface="Rubik"/>
                <a:sym typeface="Rubik"/>
              </a:defRPr>
            </a:lvl4pPr>
            <a:lvl5pPr lvl="4" algn="r">
              <a:buNone/>
              <a:defRPr sz="1000">
                <a:solidFill>
                  <a:schemeClr val="dk2"/>
                </a:solidFill>
                <a:latin typeface="Rubik"/>
                <a:ea typeface="Rubik"/>
                <a:cs typeface="Rubik"/>
                <a:sym typeface="Rubik"/>
              </a:defRPr>
            </a:lvl5pPr>
            <a:lvl6pPr lvl="5" algn="r">
              <a:buNone/>
              <a:defRPr sz="1000">
                <a:solidFill>
                  <a:schemeClr val="dk2"/>
                </a:solidFill>
                <a:latin typeface="Rubik"/>
                <a:ea typeface="Rubik"/>
                <a:cs typeface="Rubik"/>
                <a:sym typeface="Rubik"/>
              </a:defRPr>
            </a:lvl6pPr>
            <a:lvl7pPr lvl="6" algn="r">
              <a:buNone/>
              <a:defRPr sz="1000">
                <a:solidFill>
                  <a:schemeClr val="dk2"/>
                </a:solidFill>
                <a:latin typeface="Rubik"/>
                <a:ea typeface="Rubik"/>
                <a:cs typeface="Rubik"/>
                <a:sym typeface="Rubik"/>
              </a:defRPr>
            </a:lvl7pPr>
            <a:lvl8pPr lvl="7" algn="r">
              <a:buNone/>
              <a:defRPr sz="1000">
                <a:solidFill>
                  <a:schemeClr val="dk2"/>
                </a:solidFill>
                <a:latin typeface="Rubik"/>
                <a:ea typeface="Rubik"/>
                <a:cs typeface="Rubik"/>
                <a:sym typeface="Rubik"/>
              </a:defRPr>
            </a:lvl8pPr>
            <a:lvl9pPr lvl="8" algn="r">
              <a:buNone/>
              <a:defRPr sz="1000">
                <a:solidFill>
                  <a:schemeClr val="dk2"/>
                </a:solidFill>
                <a:latin typeface="Rubik"/>
                <a:ea typeface="Rubik"/>
                <a:cs typeface="Rubik"/>
                <a:sym typeface="Rubik"/>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coinmarketcap.com/charts/fear-and-greed-index/" TargetMode="External"/><Relationship Id="rId4" Type="http://schemas.openxmlformats.org/officeDocument/2006/relationships/hyperlink" Target="https://coinmarketcap.com/api/documentation/v1/#operation/getV2CryptocurrencyOhlcvHistorical" TargetMode="External"/><Relationship Id="rId5" Type="http://schemas.openxmlformats.org/officeDocument/2006/relationships/hyperlink" Target="https://www.spglobal.com/spdji/en/indices/digital-assets/sp-cryptocurrency-broad-digital-asset-bda-index/#overview"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81"/>
          <p:cNvSpPr txBox="1"/>
          <p:nvPr>
            <p:ph type="title"/>
          </p:nvPr>
        </p:nvSpPr>
        <p:spPr>
          <a:xfrm>
            <a:off x="1369375" y="1313975"/>
            <a:ext cx="5961300" cy="158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200">
                <a:latin typeface="Times New Roman"/>
                <a:ea typeface="Times New Roman"/>
                <a:cs typeface="Times New Roman"/>
                <a:sym typeface="Times New Roman"/>
              </a:rPr>
              <a:t>Cryptocurrency market data analysis project</a:t>
            </a:r>
            <a:endParaRPr b="1" sz="3200">
              <a:latin typeface="Times New Roman"/>
              <a:ea typeface="Times New Roman"/>
              <a:cs typeface="Times New Roman"/>
              <a:sym typeface="Times New Roman"/>
            </a:endParaRPr>
          </a:p>
        </p:txBody>
      </p:sp>
      <p:sp>
        <p:nvSpPr>
          <p:cNvPr id="958" name="Google Shape;958;p81"/>
          <p:cNvSpPr txBox="1"/>
          <p:nvPr/>
        </p:nvSpPr>
        <p:spPr>
          <a:xfrm>
            <a:off x="1779375" y="3021200"/>
            <a:ext cx="5338200" cy="51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50">
                <a:solidFill>
                  <a:schemeClr val="dk1"/>
                </a:solidFill>
              </a:rPr>
              <a:t>— By Dongyue Xu</a:t>
            </a:r>
            <a:endParaRPr sz="215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82"/>
          <p:cNvSpPr txBox="1"/>
          <p:nvPr>
            <p:ph type="title"/>
          </p:nvPr>
        </p:nvSpPr>
        <p:spPr>
          <a:xfrm>
            <a:off x="648875" y="1524450"/>
            <a:ext cx="8201700" cy="131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accent4"/>
                </a:solidFill>
                <a:latin typeface="Times New Roman"/>
                <a:ea typeface="Times New Roman"/>
                <a:cs typeface="Times New Roman"/>
                <a:sym typeface="Times New Roman"/>
              </a:rPr>
              <a:t>Analyzing the correlations among Fear and Greed Index, Bitcoin Price, and the S&amp;P Cryptocurrency Broad Digital Asset Index</a:t>
            </a:r>
            <a:endParaRPr sz="3000">
              <a:solidFill>
                <a:schemeClr val="accent4"/>
              </a:solidFill>
              <a:latin typeface="Times New Roman"/>
              <a:ea typeface="Times New Roman"/>
              <a:cs typeface="Times New Roman"/>
              <a:sym typeface="Times New Roman"/>
            </a:endParaRPr>
          </a:p>
        </p:txBody>
      </p:sp>
      <p:sp>
        <p:nvSpPr>
          <p:cNvPr id="964" name="Google Shape;964;p82"/>
          <p:cNvSpPr txBox="1"/>
          <p:nvPr/>
        </p:nvSpPr>
        <p:spPr>
          <a:xfrm>
            <a:off x="648875" y="495700"/>
            <a:ext cx="3354900" cy="87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accent4"/>
                </a:solidFill>
              </a:rPr>
              <a:t>Project Topic</a:t>
            </a:r>
            <a:endParaRPr sz="3000">
              <a:solidFill>
                <a:schemeClr val="accent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970" name="Google Shape;970;p8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project is to analyze</a:t>
            </a:r>
            <a:r>
              <a:rPr lang="en"/>
              <a:t> the correlations among Fear and Greed Index, Bitcoin Price, and the S&amp;P Cryptocurrency Broad Digital Asset (BDA) Index in the cryptocurrency market. </a:t>
            </a:r>
            <a:endParaRPr/>
          </a:p>
          <a:p>
            <a:pPr indent="0" lvl="0" marL="0" rtl="0" algn="l">
              <a:spcBef>
                <a:spcPts val="1200"/>
              </a:spcBef>
              <a:spcAft>
                <a:spcPts val="1200"/>
              </a:spcAft>
              <a:buNone/>
            </a:pPr>
            <a:r>
              <a:rPr lang="en"/>
              <a:t>In particular, the S&amp;P Cryptocurrency Broad Digital Asset (BDA) Index is the cryptocurrency market benchmark index. This benchmark index is designed to track the performance of a wide range of investable digital assets that meet specific liquidity and market capitalization criteria.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76" name="Google Shape;976;p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Fear and Greed Index measures cryptocurrency market sentiment. It uses a combination of social signals and market trends to determine the overall sentiment of crypto investors. This index ranges from 0 to 100, where a lower value indicates extreme fear, and a higher value indicates extreme greed. This index provides insights into whether the market may be undervalued or overvalued.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85"/>
          <p:cNvSpPr txBox="1"/>
          <p:nvPr>
            <p:ph type="title"/>
          </p:nvPr>
        </p:nvSpPr>
        <p:spPr>
          <a:xfrm>
            <a:off x="464638" y="356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Sources</a:t>
            </a:r>
            <a:endParaRPr/>
          </a:p>
        </p:txBody>
      </p:sp>
      <p:graphicFrame>
        <p:nvGraphicFramePr>
          <p:cNvPr id="982" name="Google Shape;982;p85"/>
          <p:cNvGraphicFramePr/>
          <p:nvPr/>
        </p:nvGraphicFramePr>
        <p:xfrm>
          <a:off x="577350" y="928875"/>
          <a:ext cx="3000000" cy="3000000"/>
        </p:xfrm>
        <a:graphic>
          <a:graphicData uri="http://schemas.openxmlformats.org/drawingml/2006/table">
            <a:tbl>
              <a:tblPr>
                <a:noFill/>
                <a:tableStyleId>{D39CCF5A-DC2E-4174-BA59-F34CBCB65280}</a:tableStyleId>
              </a:tblPr>
              <a:tblGrid>
                <a:gridCol w="1043775"/>
                <a:gridCol w="1234150"/>
                <a:gridCol w="1585825"/>
                <a:gridCol w="802325"/>
                <a:gridCol w="1344400"/>
                <a:gridCol w="913525"/>
                <a:gridCol w="1154000"/>
              </a:tblGrid>
              <a:tr h="754575">
                <a:tc>
                  <a:txBody>
                    <a:bodyPr/>
                    <a:lstStyle/>
                    <a:p>
                      <a:pPr indent="0" lvl="0" marL="0" rtl="0" algn="l">
                        <a:spcBef>
                          <a:spcPts val="0"/>
                        </a:spcBef>
                        <a:spcAft>
                          <a:spcPts val="0"/>
                        </a:spcAft>
                        <a:buNone/>
                      </a:pPr>
                      <a:r>
                        <a:rPr lang="en" sz="1100"/>
                        <a:t>Data source #</a:t>
                      </a:r>
                      <a:endParaRPr sz="1100"/>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Name / short description</a:t>
                      </a:r>
                      <a:endParaRPr sz="1100"/>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Source URL</a:t>
                      </a:r>
                      <a:endParaRPr sz="1100"/>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Type</a:t>
                      </a:r>
                      <a:endParaRPr sz="1100"/>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List of fields</a:t>
                      </a:r>
                      <a:endParaRPr sz="1100"/>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Format</a:t>
                      </a:r>
                      <a:endParaRPr sz="1100"/>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100">
                          <a:solidFill>
                            <a:schemeClr val="dk1"/>
                          </a:solidFill>
                        </a:rPr>
                        <a:t>Data size, number of data points you plan to use</a:t>
                      </a:r>
                      <a:endParaRPr/>
                    </a:p>
                  </a:txBody>
                  <a:tcPr marT="91425" marB="91425" marR="91425" marL="91425">
                    <a:lnL cap="flat" cmpd="sng" w="127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05200">
                <a:tc>
                  <a:txBody>
                    <a:bodyPr/>
                    <a:lstStyle/>
                    <a:p>
                      <a:pPr indent="0" lvl="0" marL="0" rtl="0" algn="l">
                        <a:spcBef>
                          <a:spcPts val="0"/>
                        </a:spcBef>
                        <a:spcAft>
                          <a:spcPts val="0"/>
                        </a:spcAft>
                        <a:buNone/>
                      </a:pPr>
                      <a:r>
                        <a:rPr lang="en" sz="1100"/>
                        <a:t>1</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Crypto Fear and Greed Index</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u="sng">
                          <a:solidFill>
                            <a:srgbClr val="1155CC"/>
                          </a:solidFill>
                          <a:hlinkClick r:id="rId3">
                            <a:extLst>
                              <a:ext uri="{A12FA001-AC4F-418D-AE19-62706E023703}">
                                <ahyp:hlinkClr val="tx"/>
                              </a:ext>
                            </a:extLst>
                          </a:hlinkClick>
                        </a:rPr>
                        <a:t>https://coinmarketcap.com/charts/fear-and-greed-index/</a:t>
                      </a:r>
                      <a:r>
                        <a:rPr lang="en" sz="1100"/>
                        <a:t> </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API</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Value</a:t>
                      </a:r>
                      <a:r>
                        <a:rPr lang="en" sz="1100"/>
                        <a:t>, Date</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json</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554</a:t>
                      </a:r>
                      <a:endParaRPr sz="1100"/>
                    </a:p>
                  </a:txBody>
                  <a:tcPr marT="91425" marB="91425" marR="91425" marL="91425">
                    <a:lnL cap="flat" cmpd="sng" w="12700">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12825">
                <a:tc>
                  <a:txBody>
                    <a:bodyPr/>
                    <a:lstStyle/>
                    <a:p>
                      <a:pPr indent="0" lvl="0" marL="0" rtl="0" algn="l">
                        <a:spcBef>
                          <a:spcPts val="0"/>
                        </a:spcBef>
                        <a:spcAft>
                          <a:spcPts val="0"/>
                        </a:spcAft>
                        <a:buNone/>
                      </a:pPr>
                      <a:r>
                        <a:rPr lang="en" sz="1100"/>
                        <a:t>2</a:t>
                      </a:r>
                      <a:endParaRPr sz="1100"/>
                    </a:p>
                  </a:txBody>
                  <a:tcPr marT="91425" marB="91425" marR="91425" marL="91425">
                    <a:lnL cap="flat" cmpd="sng" w="9525">
                      <a:solidFill>
                        <a:schemeClr val="dk1"/>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Bitcoin Prices </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1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https://coinmarketcap.com/api/documentation/v1/#operation/getV2CryptocurrencyOhlcvHistorical</a:t>
                      </a:r>
                      <a:r>
                        <a:rPr lang="en" sz="1100">
                          <a:solidFill>
                            <a:schemeClr val="dk1"/>
                          </a:solidFill>
                          <a:latin typeface="Times New Roman"/>
                          <a:ea typeface="Times New Roman"/>
                          <a:cs typeface="Times New Roman"/>
                          <a:sym typeface="Times New Roman"/>
                        </a:rPr>
                        <a:t>  </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API</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Value</a:t>
                      </a:r>
                      <a:r>
                        <a:rPr lang="en" sz="1100"/>
                        <a:t>, Timestamp</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json</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t>554</a:t>
                      </a:r>
                      <a:endParaRPr sz="1100"/>
                    </a:p>
                  </a:txBody>
                  <a:tcPr marT="91425" marB="91425" marR="91425" marL="91425">
                    <a:lnL cap="flat" cmpd="sng" w="12700">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347475">
                <a:tc>
                  <a:txBody>
                    <a:bodyPr/>
                    <a:lstStyle/>
                    <a:p>
                      <a:pPr indent="0" lvl="0" marL="0" rtl="0" algn="l">
                        <a:spcBef>
                          <a:spcPts val="0"/>
                        </a:spcBef>
                        <a:spcAft>
                          <a:spcPts val="0"/>
                        </a:spcAft>
                        <a:buNone/>
                      </a:pPr>
                      <a:r>
                        <a:rPr lang="en" sz="1100"/>
                        <a:t>3</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BDA Index</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100" u="sng">
                          <a:solidFill>
                            <a:srgbClr val="1155CC"/>
                          </a:solidFill>
                          <a:hlinkClick r:id="rId5">
                            <a:extLst>
                              <a:ext uri="{A12FA001-AC4F-418D-AE19-62706E023703}">
                                <ahyp:hlinkClr val="tx"/>
                              </a:ext>
                            </a:extLst>
                          </a:hlinkClick>
                        </a:rPr>
                        <a:t>https://www.spglobal.com/spdji/en/indices/digital-assets/sp-cryptocurrency-broad-digital-asset-bda-index/#overview</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File</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Value, Date</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xlsx</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t>396</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pic>
        <p:nvPicPr>
          <p:cNvPr id="987" name="Google Shape;987;p86"/>
          <p:cNvPicPr preferRelativeResize="0"/>
          <p:nvPr/>
        </p:nvPicPr>
        <p:blipFill>
          <a:blip r:embed="rId3">
            <a:alphaModFix/>
          </a:blip>
          <a:stretch>
            <a:fillRect/>
          </a:stretch>
        </p:blipFill>
        <p:spPr>
          <a:xfrm>
            <a:off x="399900" y="322825"/>
            <a:ext cx="8344200" cy="41721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pic>
        <p:nvPicPr>
          <p:cNvPr id="992" name="Google Shape;992;p87"/>
          <p:cNvPicPr preferRelativeResize="0"/>
          <p:nvPr/>
        </p:nvPicPr>
        <p:blipFill>
          <a:blip r:embed="rId3">
            <a:alphaModFix/>
          </a:blip>
          <a:stretch>
            <a:fillRect/>
          </a:stretch>
        </p:blipFill>
        <p:spPr>
          <a:xfrm>
            <a:off x="376575" y="445025"/>
            <a:ext cx="8201799" cy="41009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pic>
        <p:nvPicPr>
          <p:cNvPr id="997" name="Google Shape;997;p88"/>
          <p:cNvPicPr preferRelativeResize="0"/>
          <p:nvPr/>
        </p:nvPicPr>
        <p:blipFill>
          <a:blip r:embed="rId3">
            <a:alphaModFix/>
          </a:blip>
          <a:stretch>
            <a:fillRect/>
          </a:stretch>
        </p:blipFill>
        <p:spPr>
          <a:xfrm>
            <a:off x="457650" y="445025"/>
            <a:ext cx="8247699" cy="412384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a:t>
            </a:r>
            <a:endParaRPr/>
          </a:p>
        </p:txBody>
      </p:sp>
      <p:sp>
        <p:nvSpPr>
          <p:cNvPr id="1003" name="Google Shape;1003;p8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Since </a:t>
            </a:r>
            <a:r>
              <a:rPr lang="en"/>
              <a:t>Fear and Greed Index is bounded, while BDA Index and BTC Price are unbounded and trending upward over time, I calculated daily log returns of BDA Index and Bitcoin Price in order to calculate the correlation coefficient between Fear and Greed Index and BDA Index and the correlation coefficient between Fear and Greed Index and Bitcoin Price. </a:t>
            </a:r>
            <a:endParaRPr/>
          </a:p>
          <a:p>
            <a:pPr indent="0" lvl="0" marL="0" rtl="0" algn="l">
              <a:spcBef>
                <a:spcPts val="1200"/>
              </a:spcBef>
              <a:spcAft>
                <a:spcPts val="1200"/>
              </a:spcAft>
              <a:buNone/>
            </a:pPr>
            <a:r>
              <a:rPr lang="en"/>
              <a:t>For Fear and Greed Index, I used both approaches: daily returns and differences.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pic>
        <p:nvPicPr>
          <p:cNvPr id="1008" name="Google Shape;1008;p90"/>
          <p:cNvPicPr preferRelativeResize="0"/>
          <p:nvPr/>
        </p:nvPicPr>
        <p:blipFill>
          <a:blip r:embed="rId3">
            <a:alphaModFix/>
          </a:blip>
          <a:stretch>
            <a:fillRect/>
          </a:stretch>
        </p:blipFill>
        <p:spPr>
          <a:xfrm>
            <a:off x="556050" y="582300"/>
            <a:ext cx="7750800" cy="38754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pic>
        <p:nvPicPr>
          <p:cNvPr id="1013" name="Google Shape;1013;p91"/>
          <p:cNvPicPr preferRelativeResize="0"/>
          <p:nvPr/>
        </p:nvPicPr>
        <p:blipFill>
          <a:blip r:embed="rId3">
            <a:alphaModFix/>
          </a:blip>
          <a:stretch>
            <a:fillRect/>
          </a:stretch>
        </p:blipFill>
        <p:spPr>
          <a:xfrm>
            <a:off x="1723775" y="500450"/>
            <a:ext cx="5572900" cy="4179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results</a:t>
            </a:r>
            <a:endParaRPr/>
          </a:p>
        </p:txBody>
      </p:sp>
      <p:sp>
        <p:nvSpPr>
          <p:cNvPr id="1019" name="Google Shape;1019;p9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600">
                <a:solidFill>
                  <a:schemeClr val="dk1"/>
                </a:solidFill>
              </a:rPr>
              <a:t>Correlation ΔFNG vs BDA Log Returns: 0.7974</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Correlation ΔFNG vs BTC Log Returns: 0.8791</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Correlation FNG Returns vs BDA Log Returns: 0.7679</a:t>
            </a:r>
            <a:endParaRPr sz="1600">
              <a:solidFill>
                <a:schemeClr val="dk1"/>
              </a:solidFill>
            </a:endParaRPr>
          </a:p>
          <a:p>
            <a:pPr indent="0" lvl="0" marL="0" rtl="0" algn="l">
              <a:spcBef>
                <a:spcPts val="0"/>
              </a:spcBef>
              <a:spcAft>
                <a:spcPts val="0"/>
              </a:spcAft>
              <a:buNone/>
            </a:pPr>
            <a:r>
              <a:rPr lang="en" sz="1600">
                <a:solidFill>
                  <a:schemeClr val="dk1"/>
                </a:solidFill>
              </a:rPr>
              <a:t>Correlation FNG Returns vs BTC Log Returns: 0.8391</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Conclusions: </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Fear and Greed Index has very high correlations with both Bitcoin Price and BDA Index.</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Fear and Greed Index has higher correlation coefficient with Bitcoin Price compared to that with BDA Index. </a:t>
            </a:r>
            <a:endParaRPr sz="16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93"/>
          <p:cNvSpPr txBox="1"/>
          <p:nvPr>
            <p:ph type="title"/>
          </p:nvPr>
        </p:nvSpPr>
        <p:spPr>
          <a:xfrm>
            <a:off x="1360075" y="1499325"/>
            <a:ext cx="5961300" cy="158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400">
                <a:latin typeface="Times New Roman"/>
                <a:ea typeface="Times New Roman"/>
                <a:cs typeface="Times New Roman"/>
                <a:sym typeface="Times New Roman"/>
              </a:rPr>
              <a:t>Thank You</a:t>
            </a:r>
            <a:endParaRPr b="1" sz="44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Personal Family Recipe Book">
  <a:themeElements>
    <a:clrScheme name="Simple Light">
      <a:dk1>
        <a:srgbClr val="303030"/>
      </a:dk1>
      <a:lt1>
        <a:srgbClr val="FFFBF3"/>
      </a:lt1>
      <a:dk2>
        <a:srgbClr val="F3EEE6"/>
      </a:dk2>
      <a:lt2>
        <a:srgbClr val="CA3619"/>
      </a:lt2>
      <a:accent1>
        <a:srgbClr val="F2AB00"/>
      </a:accent1>
      <a:accent2>
        <a:srgbClr val="009E5E"/>
      </a:accent2>
      <a:accent3>
        <a:srgbClr val="0D4659"/>
      </a:accent3>
      <a:accent4>
        <a:srgbClr val="356BB1"/>
      </a:accent4>
      <a:accent5>
        <a:srgbClr val="3B1CB5"/>
      </a:accent5>
      <a:accent6>
        <a:srgbClr val="C2BDF3"/>
      </a:accent6>
      <a:hlink>
        <a:srgbClr val="717C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yllabus / Course Overview #1">
  <a:themeElements>
    <a:clrScheme name="Simple Light">
      <a:dk1>
        <a:srgbClr val="03045E"/>
      </a:dk1>
      <a:lt1>
        <a:srgbClr val="CAF0F8"/>
      </a:lt1>
      <a:dk2>
        <a:srgbClr val="00508A"/>
      </a:dk2>
      <a:lt2>
        <a:srgbClr val="FFFFFF"/>
      </a:lt2>
      <a:accent1>
        <a:srgbClr val="86FFFF"/>
      </a:accent1>
      <a:accent2>
        <a:srgbClr val="90E0EF"/>
      </a:accent2>
      <a:accent3>
        <a:srgbClr val="0077B6"/>
      </a:accent3>
      <a:accent4>
        <a:srgbClr val="0096C7"/>
      </a:accent4>
      <a:accent5>
        <a:srgbClr val="00B4D8"/>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